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0" r:id="rId2"/>
    <p:sldId id="262" r:id="rId3"/>
    <p:sldId id="263" r:id="rId4"/>
    <p:sldId id="261" r:id="rId5"/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7"/>
    <p:restoredTop sz="94658"/>
  </p:normalViewPr>
  <p:slideViewPr>
    <p:cSldViewPr snapToGrid="0">
      <p:cViewPr>
        <p:scale>
          <a:sx n="120" d="100"/>
          <a:sy n="120" d="100"/>
        </p:scale>
        <p:origin x="-4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A21E82-2E60-9A44-9038-C6BA4B189B3A}" type="datetimeFigureOut">
              <a:rPr lang="en-US" smtClean="0"/>
              <a:t>2/20/26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EB1362-FB98-C042-B9E5-E61C52FC4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256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EB1362-FB98-C042-B9E5-E61C52FC49C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4045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EB1362-FB98-C042-B9E5-E61C52FC49C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131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7B3D3-62C6-6DE1-5F7E-A94B5E31DA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146FBE-0008-498F-434F-B451286457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66C12-C9CC-43B1-290D-AD9D130A6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13A8-F451-E44F-A7A7-2345B46086CC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FA079-8101-0EF2-ED60-BA1BC82D3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D55E5-AB91-B1DE-3C5C-3E54F2C59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55D4-48BA-8C42-A477-05950F6B9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89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53495-1A93-0FD5-243B-735EBF449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69892-F2B5-6D9F-9689-EB6494445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33940-BF18-B816-5C42-ED2C32317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13A8-F451-E44F-A7A7-2345B46086CC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02FE1-D68B-7A87-AF34-86540E0E1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A385B-7368-83B0-B2C6-3D88A6570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55D4-48BA-8C42-A477-05950F6B9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431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370B9-1A70-D6E1-0FB8-3BC8D15ED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F4F24-ABE8-759A-A330-1FEAF86E7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7A3ED-4528-DBE6-7F3A-1AA8D692E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13A8-F451-E44F-A7A7-2345B46086CC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3475A-6A3E-4623-4C03-F05B1D43F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B06E9-32F9-60E3-7CBC-094E6F81B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55D4-48BA-8C42-A477-05950F6B9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83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841AE-7621-D51E-E950-FD6E9AC44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7D03E-CA69-CCFF-9DD3-DD7A28774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4FDC8-D5B8-C7D7-27C9-9948ACA84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DD8BA-6D5D-8F9F-76C0-286084854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13A8-F451-E44F-A7A7-2345B46086CC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DF6C8A-1B49-06FF-61E1-E98883E17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50F48-77EE-76B0-BB13-6D99F1EFB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55D4-48BA-8C42-A477-05950F6B9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955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71396-11C1-C898-2111-5A04167F9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25214-A558-4310-F45E-3801DB9AE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A6C96-C4D8-20C5-4CFC-08ABE5403D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258C4E-3666-7AE3-ECAF-C01487C64E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F48E39-5B6B-C0AC-FDB9-92A7FF0B52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491E0B-06A1-88EE-B4DF-99696412B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13A8-F451-E44F-A7A7-2345B46086CC}" type="datetimeFigureOut">
              <a:rPr lang="en-US" smtClean="0"/>
              <a:t>2/20/26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D57384-F91E-3FFF-6B94-601F62BE4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E6026C-CEFA-A8F0-61FA-67EE20916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55D4-48BA-8C42-A477-05950F6B9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24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9223E-AF90-1981-5158-97B3D11EB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8E67F5-0B22-9BC4-BBC8-7E30E165D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13A8-F451-E44F-A7A7-2345B46086CC}" type="datetimeFigureOut">
              <a:rPr lang="en-US" smtClean="0"/>
              <a:t>2/20/26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8FAD90-79EF-0AD4-266C-D5B2CA509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F7B6EE-4077-0947-0087-07824559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55D4-48BA-8C42-A477-05950F6B9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039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676B80-65CC-5847-A6AD-D35B448FD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13A8-F451-E44F-A7A7-2345B46086CC}" type="datetimeFigureOut">
              <a:rPr lang="en-US" smtClean="0"/>
              <a:t>2/20/26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54D909-BFAF-7C9D-86B9-592DED8DC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A2124-0F94-1797-8532-FDDE2E506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55D4-48BA-8C42-A477-05950F6B9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578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9C484-2771-ABC1-D4C9-2A5D6C149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1C326-F3DB-D51F-A4B5-497C6C2FB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55939D-70F4-613C-6276-3A21DD1A6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0D8FD-26A5-054F-8E90-0B40E5E7A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13A8-F451-E44F-A7A7-2345B46086CC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A4240-7E98-4BC3-9D92-C8C9D43C9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7DEC6-C545-855E-5768-6AD92E1B6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55D4-48BA-8C42-A477-05950F6B9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40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1030D-2760-9631-1637-77E1F808B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170853-7A48-489C-1744-EF650C06C0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132B13-A1DE-780E-52B6-D80643474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9B9806-9447-D676-DC5D-CA6952231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13A8-F451-E44F-A7A7-2345B46086CC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55529-F151-59D9-0B33-3AE127902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D47DCB-E067-FCB8-4B61-3C7907084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55D4-48BA-8C42-A477-05950F6B9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744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79461-EC48-BADE-00C9-5AAE5141B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203470-B80F-3FB9-3A44-79A2C9D5D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A08A5-A289-5921-A8B8-25CE3EFAE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13A8-F451-E44F-A7A7-2345B46086CC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41ECB-7D97-7A1A-3012-50DDCBE78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F5750-876D-8F04-49C7-C6317466A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55D4-48BA-8C42-A477-05950F6B9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248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AD606E-FD7D-BA6A-182A-059915D192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96A8F7-A4D6-AA75-0160-0C6EDB02C6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AF021-A2CE-721C-A1D4-6CD5C5901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13A8-F451-E44F-A7A7-2345B46086CC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60C0B-6FB2-A507-1DD5-1DC1099EA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697A5-D91E-B034-4D4D-E4F046311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55D4-48BA-8C42-A477-05950F6B9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152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C8F680-6CFE-ADCE-BEA4-1916C9011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325AF-A413-B77D-BCD4-671623CB9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B7729-709F-64B3-DDAE-FF731B61A4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1713A8-F451-E44F-A7A7-2345B46086CC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07792-256A-B212-7112-5D3F6BC725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CEAB4-FAA4-26AC-64A6-F67A760A4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9F55D4-48BA-8C42-A477-05950F6B9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769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47" Type="http://schemas.openxmlformats.org/officeDocument/2006/relationships/image" Target="../media/image45.png"/><Relationship Id="rId50" Type="http://schemas.openxmlformats.org/officeDocument/2006/relationships/image" Target="../media/image4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7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8" Type="http://schemas.openxmlformats.org/officeDocument/2006/relationships/image" Target="../media/image6.png"/><Relationship Id="rId51" Type="http://schemas.openxmlformats.org/officeDocument/2006/relationships/image" Target="../media/image49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18" Type="http://schemas.openxmlformats.org/officeDocument/2006/relationships/image" Target="../media/image66.png"/><Relationship Id="rId3" Type="http://schemas.openxmlformats.org/officeDocument/2006/relationships/image" Target="../media/image51.png"/><Relationship Id="rId21" Type="http://schemas.openxmlformats.org/officeDocument/2006/relationships/image" Target="../media/image69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17" Type="http://schemas.openxmlformats.org/officeDocument/2006/relationships/image" Target="../media/image65.png"/><Relationship Id="rId2" Type="http://schemas.openxmlformats.org/officeDocument/2006/relationships/image" Target="../media/image50.png"/><Relationship Id="rId16" Type="http://schemas.openxmlformats.org/officeDocument/2006/relationships/image" Target="../media/image64.png"/><Relationship Id="rId20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24" Type="http://schemas.openxmlformats.org/officeDocument/2006/relationships/image" Target="../media/image72.png"/><Relationship Id="rId5" Type="http://schemas.openxmlformats.org/officeDocument/2006/relationships/image" Target="../media/image53.png"/><Relationship Id="rId15" Type="http://schemas.openxmlformats.org/officeDocument/2006/relationships/image" Target="../media/image63.png"/><Relationship Id="rId23" Type="http://schemas.openxmlformats.org/officeDocument/2006/relationships/image" Target="../media/image71.png"/><Relationship Id="rId10" Type="http://schemas.openxmlformats.org/officeDocument/2006/relationships/image" Target="../media/image58.png"/><Relationship Id="rId19" Type="http://schemas.openxmlformats.org/officeDocument/2006/relationships/image" Target="../media/image67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Relationship Id="rId22" Type="http://schemas.openxmlformats.org/officeDocument/2006/relationships/image" Target="../media/image7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0.png"/><Relationship Id="rId13" Type="http://schemas.openxmlformats.org/officeDocument/2006/relationships/image" Target="../media/image121.png"/><Relationship Id="rId3" Type="http://schemas.openxmlformats.org/officeDocument/2006/relationships/image" Target="../media/image212.png"/><Relationship Id="rId7" Type="http://schemas.openxmlformats.org/officeDocument/2006/relationships/image" Target="../media/image610.png"/><Relationship Id="rId12" Type="http://schemas.openxmlformats.org/officeDocument/2006/relationships/image" Target="../media/image113.png"/><Relationship Id="rId2" Type="http://schemas.openxmlformats.org/officeDocument/2006/relationships/image" Target="../media/image112.png"/><Relationship Id="rId16" Type="http://schemas.openxmlformats.org/officeDocument/2006/relationships/image" Target="../media/image1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1.png"/><Relationship Id="rId11" Type="http://schemas.openxmlformats.org/officeDocument/2006/relationships/image" Target="../media/image101.png"/><Relationship Id="rId5" Type="http://schemas.openxmlformats.org/officeDocument/2006/relationships/image" Target="../media/image412.png"/><Relationship Id="rId15" Type="http://schemas.openxmlformats.org/officeDocument/2006/relationships/image" Target="../media/image141.png"/><Relationship Id="rId10" Type="http://schemas.openxmlformats.org/officeDocument/2006/relationships/image" Target="../media/image91.png"/><Relationship Id="rId4" Type="http://schemas.openxmlformats.org/officeDocument/2006/relationships/image" Target="../media/image312.png"/><Relationship Id="rId9" Type="http://schemas.openxmlformats.org/officeDocument/2006/relationships/image" Target="../media/image81.png"/><Relationship Id="rId14" Type="http://schemas.openxmlformats.org/officeDocument/2006/relationships/image" Target="../media/image1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0.png"/><Relationship Id="rId13" Type="http://schemas.openxmlformats.org/officeDocument/2006/relationships/image" Target="../media/image111.png"/><Relationship Id="rId3" Type="http://schemas.openxmlformats.org/officeDocument/2006/relationships/image" Target="../media/image210.png"/><Relationship Id="rId12" Type="http://schemas.openxmlformats.org/officeDocument/2006/relationships/image" Target="../media/image10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0.png"/><Relationship Id="rId11" Type="http://schemas.openxmlformats.org/officeDocument/2006/relationships/image" Target="../media/image90.png"/><Relationship Id="rId5" Type="http://schemas.openxmlformats.org/officeDocument/2006/relationships/image" Target="../media/image410.png"/><Relationship Id="rId10" Type="http://schemas.openxmlformats.org/officeDocument/2006/relationships/image" Target="../media/image600.png"/><Relationship Id="rId4" Type="http://schemas.openxmlformats.org/officeDocument/2006/relationships/image" Target="../media/image310.png"/><Relationship Id="rId9" Type="http://schemas.openxmlformats.org/officeDocument/2006/relationships/image" Target="../media/image80.png"/><Relationship Id="rId14" Type="http://schemas.openxmlformats.org/officeDocument/2006/relationships/image" Target="../media/image1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13" Type="http://schemas.openxmlformats.org/officeDocument/2006/relationships/image" Target="../media/image230.png"/><Relationship Id="rId3" Type="http://schemas.openxmlformats.org/officeDocument/2006/relationships/image" Target="../media/image130.png"/><Relationship Id="rId7" Type="http://schemas.openxmlformats.org/officeDocument/2006/relationships/image" Target="../media/image170.png"/><Relationship Id="rId12" Type="http://schemas.openxmlformats.org/officeDocument/2006/relationships/image" Target="../media/image22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0.png"/><Relationship Id="rId11" Type="http://schemas.openxmlformats.org/officeDocument/2006/relationships/image" Target="../media/image211.png"/><Relationship Id="rId5" Type="http://schemas.openxmlformats.org/officeDocument/2006/relationships/image" Target="../media/image150.png"/><Relationship Id="rId15" Type="http://schemas.openxmlformats.org/officeDocument/2006/relationships/image" Target="../media/image250.png"/><Relationship Id="rId10" Type="http://schemas.openxmlformats.org/officeDocument/2006/relationships/image" Target="../media/image200.png"/><Relationship Id="rId4" Type="http://schemas.openxmlformats.org/officeDocument/2006/relationships/image" Target="../media/image140.png"/><Relationship Id="rId9" Type="http://schemas.openxmlformats.org/officeDocument/2006/relationships/image" Target="../media/image190.png"/><Relationship Id="rId14" Type="http://schemas.openxmlformats.org/officeDocument/2006/relationships/image" Target="../media/image24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13" Type="http://schemas.openxmlformats.org/officeDocument/2006/relationships/image" Target="../media/image380.png"/><Relationship Id="rId3" Type="http://schemas.openxmlformats.org/officeDocument/2006/relationships/image" Target="../media/image280.png"/><Relationship Id="rId7" Type="http://schemas.openxmlformats.org/officeDocument/2006/relationships/image" Target="../media/image320.png"/><Relationship Id="rId12" Type="http://schemas.openxmlformats.org/officeDocument/2006/relationships/image" Target="../media/image370.png"/><Relationship Id="rId2" Type="http://schemas.openxmlformats.org/officeDocument/2006/relationships/image" Target="../media/image270.png"/><Relationship Id="rId16" Type="http://schemas.openxmlformats.org/officeDocument/2006/relationships/image" Target="../media/image4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1.png"/><Relationship Id="rId11" Type="http://schemas.openxmlformats.org/officeDocument/2006/relationships/image" Target="../media/image360.png"/><Relationship Id="rId5" Type="http://schemas.openxmlformats.org/officeDocument/2006/relationships/image" Target="../media/image300.png"/><Relationship Id="rId15" Type="http://schemas.openxmlformats.org/officeDocument/2006/relationships/image" Target="../media/image400.png"/><Relationship Id="rId10" Type="http://schemas.openxmlformats.org/officeDocument/2006/relationships/image" Target="../media/image350.png"/><Relationship Id="rId4" Type="http://schemas.openxmlformats.org/officeDocument/2006/relationships/image" Target="../media/image290.png"/><Relationship Id="rId9" Type="http://schemas.openxmlformats.org/officeDocument/2006/relationships/image" Target="../media/image340.png"/><Relationship Id="rId14" Type="http://schemas.openxmlformats.org/officeDocument/2006/relationships/image" Target="../media/image39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0.png"/><Relationship Id="rId13" Type="http://schemas.openxmlformats.org/officeDocument/2006/relationships/image" Target="../media/image530.png"/><Relationship Id="rId18" Type="http://schemas.openxmlformats.org/officeDocument/2006/relationships/image" Target="../media/image580.png"/><Relationship Id="rId3" Type="http://schemas.openxmlformats.org/officeDocument/2006/relationships/image" Target="../media/image430.png"/><Relationship Id="rId7" Type="http://schemas.openxmlformats.org/officeDocument/2006/relationships/image" Target="../media/image470.png"/><Relationship Id="rId12" Type="http://schemas.openxmlformats.org/officeDocument/2006/relationships/image" Target="../media/image520.png"/><Relationship Id="rId17" Type="http://schemas.openxmlformats.org/officeDocument/2006/relationships/image" Target="../media/image570.png"/><Relationship Id="rId2" Type="http://schemas.openxmlformats.org/officeDocument/2006/relationships/image" Target="../media/image420.png"/><Relationship Id="rId16" Type="http://schemas.openxmlformats.org/officeDocument/2006/relationships/image" Target="../media/image5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0.png"/><Relationship Id="rId11" Type="http://schemas.openxmlformats.org/officeDocument/2006/relationships/image" Target="../media/image512.png"/><Relationship Id="rId5" Type="http://schemas.openxmlformats.org/officeDocument/2006/relationships/image" Target="../media/image450.png"/><Relationship Id="rId15" Type="http://schemas.openxmlformats.org/officeDocument/2006/relationships/image" Target="../media/image550.png"/><Relationship Id="rId10" Type="http://schemas.openxmlformats.org/officeDocument/2006/relationships/image" Target="../media/image500.png"/><Relationship Id="rId19" Type="http://schemas.openxmlformats.org/officeDocument/2006/relationships/image" Target="../media/image590.png"/><Relationship Id="rId4" Type="http://schemas.openxmlformats.org/officeDocument/2006/relationships/image" Target="../media/image440.png"/><Relationship Id="rId9" Type="http://schemas.openxmlformats.org/officeDocument/2006/relationships/image" Target="../media/image490.png"/><Relationship Id="rId14" Type="http://schemas.openxmlformats.org/officeDocument/2006/relationships/image" Target="../media/image5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DCF748-7028-A210-1405-EBF62A0AB505}"/>
              </a:ext>
            </a:extLst>
          </p:cNvPr>
          <p:cNvSpPr/>
          <p:nvPr/>
        </p:nvSpPr>
        <p:spPr>
          <a:xfrm rot="16200000" flipV="1">
            <a:off x="3446125" y="1238975"/>
            <a:ext cx="120502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C04258C-00ED-6D2C-C372-1D03364EFD11}"/>
              </a:ext>
            </a:extLst>
          </p:cNvPr>
          <p:cNvCxnSpPr>
            <a:cxnSpLocks/>
          </p:cNvCxnSpPr>
          <p:nvPr/>
        </p:nvCxnSpPr>
        <p:spPr>
          <a:xfrm>
            <a:off x="3686376" y="1418974"/>
            <a:ext cx="4313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BDCDC5FE-25EE-0080-0386-EFDADE47A0E2}"/>
              </a:ext>
            </a:extLst>
          </p:cNvPr>
          <p:cNvSpPr>
            <a:spLocks/>
          </p:cNvSpPr>
          <p:nvPr/>
        </p:nvSpPr>
        <p:spPr>
          <a:xfrm flipV="1">
            <a:off x="1418918" y="1798810"/>
            <a:ext cx="360000" cy="36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7ED09EB8-58E7-5559-0CBD-87BF154E05A1}"/>
              </a:ext>
            </a:extLst>
          </p:cNvPr>
          <p:cNvSpPr>
            <a:spLocks noChangeAspect="1"/>
          </p:cNvSpPr>
          <p:nvPr/>
        </p:nvSpPr>
        <p:spPr>
          <a:xfrm flipV="1">
            <a:off x="1505896" y="1925637"/>
            <a:ext cx="180000" cy="93691"/>
          </a:xfrm>
          <a:custGeom>
            <a:avLst/>
            <a:gdLst>
              <a:gd name="csX0" fmla="*/ 0 w 340242"/>
              <a:gd name="csY0" fmla="*/ 113414 h 219754"/>
              <a:gd name="csX1" fmla="*/ 99237 w 340242"/>
              <a:gd name="csY1" fmla="*/ 0 h 219754"/>
              <a:gd name="csX2" fmla="*/ 170121 w 340242"/>
              <a:gd name="csY2" fmla="*/ 113414 h 219754"/>
              <a:gd name="csX3" fmla="*/ 255182 w 340242"/>
              <a:gd name="csY3" fmla="*/ 219740 h 219754"/>
              <a:gd name="csX4" fmla="*/ 340242 w 340242"/>
              <a:gd name="csY4" fmla="*/ 106326 h 219754"/>
              <a:gd name="csX5" fmla="*/ 340242 w 340242"/>
              <a:gd name="csY5" fmla="*/ 106326 h 2197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40242" h="219754">
                <a:moveTo>
                  <a:pt x="0" y="113414"/>
                </a:moveTo>
                <a:cubicBezTo>
                  <a:pt x="35442" y="56707"/>
                  <a:pt x="70884" y="0"/>
                  <a:pt x="99237" y="0"/>
                </a:cubicBezTo>
                <a:cubicBezTo>
                  <a:pt x="127590" y="0"/>
                  <a:pt x="144130" y="76791"/>
                  <a:pt x="170121" y="113414"/>
                </a:cubicBezTo>
                <a:cubicBezTo>
                  <a:pt x="196112" y="150037"/>
                  <a:pt x="226829" y="220921"/>
                  <a:pt x="255182" y="219740"/>
                </a:cubicBezTo>
                <a:cubicBezTo>
                  <a:pt x="283535" y="218559"/>
                  <a:pt x="340242" y="106326"/>
                  <a:pt x="340242" y="106326"/>
                </a:cubicBezTo>
                <a:lnTo>
                  <a:pt x="340242" y="106326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A529072-FD79-BD44-B11A-A1A8493E2932}"/>
              </a:ext>
            </a:extLst>
          </p:cNvPr>
          <p:cNvCxnSpPr/>
          <p:nvPr/>
        </p:nvCxnSpPr>
        <p:spPr>
          <a:xfrm>
            <a:off x="1595896" y="1418974"/>
            <a:ext cx="0" cy="36505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8E7898-B4ED-2DAB-2CF9-73103BF2A675}"/>
                  </a:ext>
                </a:extLst>
              </p:cNvPr>
              <p:cNvSpPr txBox="1"/>
              <p:nvPr/>
            </p:nvSpPr>
            <p:spPr>
              <a:xfrm>
                <a:off x="1832474" y="1869876"/>
                <a:ext cx="154786" cy="2416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sz="140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8E7898-B4ED-2DAB-2CF9-73103BF2A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2474" y="1869876"/>
                <a:ext cx="154786" cy="241605"/>
              </a:xfrm>
              <a:prstGeom prst="rect">
                <a:avLst/>
              </a:prstGeom>
              <a:blipFill>
                <a:blip r:embed="rId3"/>
                <a:stretch>
                  <a:fillRect l="-23077" r="-23077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DFA4C63-020B-1A75-3060-E835FF1E64CE}"/>
                  </a:ext>
                </a:extLst>
              </p:cNvPr>
              <p:cNvSpPr txBox="1"/>
              <p:nvPr/>
            </p:nvSpPr>
            <p:spPr>
              <a:xfrm>
                <a:off x="1916195" y="1076802"/>
                <a:ext cx="109902" cy="2416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DFA4C63-020B-1A75-3060-E835FF1E6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6195" y="1076802"/>
                <a:ext cx="109902" cy="241605"/>
              </a:xfrm>
              <a:prstGeom prst="rect">
                <a:avLst/>
              </a:prstGeom>
              <a:blipFill>
                <a:blip r:embed="rId4"/>
                <a:stretch>
                  <a:fillRect l="-30000" t="-30000" r="-30000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83A1B050-5540-331A-3C35-F36D10123644}"/>
              </a:ext>
            </a:extLst>
          </p:cNvPr>
          <p:cNvGrpSpPr/>
          <p:nvPr/>
        </p:nvGrpSpPr>
        <p:grpSpPr>
          <a:xfrm flipV="1">
            <a:off x="1595896" y="2181945"/>
            <a:ext cx="857413" cy="365052"/>
            <a:chOff x="3374953" y="1387361"/>
            <a:chExt cx="857413" cy="365052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71FDEB5-BC88-907A-3F8B-29B6FBD012C8}"/>
                </a:ext>
              </a:extLst>
            </p:cNvPr>
            <p:cNvCxnSpPr/>
            <p:nvPr/>
          </p:nvCxnSpPr>
          <p:spPr>
            <a:xfrm>
              <a:off x="3375391" y="1387361"/>
              <a:ext cx="0" cy="365052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F16AC59-49F9-2326-014D-F53583034D42}"/>
                </a:ext>
              </a:extLst>
            </p:cNvPr>
            <p:cNvCxnSpPr>
              <a:cxnSpLocks/>
            </p:cNvCxnSpPr>
            <p:nvPr/>
          </p:nvCxnSpPr>
          <p:spPr>
            <a:xfrm>
              <a:off x="3374953" y="1388542"/>
              <a:ext cx="857413" cy="653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0F176D31-AF74-53E8-8EE4-EE7137D92F3D}"/>
              </a:ext>
            </a:extLst>
          </p:cNvPr>
          <p:cNvSpPr txBox="1"/>
          <p:nvPr/>
        </p:nvSpPr>
        <p:spPr>
          <a:xfrm>
            <a:off x="1649453" y="161667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</a:rPr>
              <a:t>+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29E52A-72AF-ACA6-90E3-82CD15D59399}"/>
              </a:ext>
            </a:extLst>
          </p:cNvPr>
          <p:cNvSpPr txBox="1"/>
          <p:nvPr/>
        </p:nvSpPr>
        <p:spPr>
          <a:xfrm>
            <a:off x="3635741" y="1402779"/>
            <a:ext cx="243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</a:rPr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4360390-6545-F200-10F7-94049CB61CC1}"/>
                  </a:ext>
                </a:extLst>
              </p:cNvPr>
              <p:cNvSpPr txBox="1"/>
              <p:nvPr/>
            </p:nvSpPr>
            <p:spPr>
              <a:xfrm>
                <a:off x="3428983" y="1050703"/>
                <a:ext cx="147028" cy="2416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acc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4360390-6545-F200-10F7-94049CB61C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8983" y="1050703"/>
                <a:ext cx="147028" cy="241605"/>
              </a:xfrm>
              <a:prstGeom prst="rect">
                <a:avLst/>
              </a:prstGeom>
              <a:blipFill>
                <a:blip r:embed="rId5"/>
                <a:stretch>
                  <a:fillRect l="-23077" t="-30000" r="-23077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403B2C7-8160-F194-AB5B-419581DFB880}"/>
              </a:ext>
            </a:extLst>
          </p:cNvPr>
          <p:cNvCxnSpPr>
            <a:cxnSpLocks/>
          </p:cNvCxnSpPr>
          <p:nvPr/>
        </p:nvCxnSpPr>
        <p:spPr>
          <a:xfrm>
            <a:off x="1595896" y="1418974"/>
            <a:ext cx="431354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4104CF3-82B2-77F0-9FA8-E51DBABB6098}"/>
              </a:ext>
            </a:extLst>
          </p:cNvPr>
          <p:cNvCxnSpPr>
            <a:cxnSpLocks/>
          </p:cNvCxnSpPr>
          <p:nvPr/>
        </p:nvCxnSpPr>
        <p:spPr>
          <a:xfrm>
            <a:off x="4524253" y="2540601"/>
            <a:ext cx="1086244" cy="52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3C5DA82-E08D-CD7A-FB95-C80EA53298FE}"/>
              </a:ext>
            </a:extLst>
          </p:cNvPr>
          <p:cNvCxnSpPr>
            <a:cxnSpLocks/>
          </p:cNvCxnSpPr>
          <p:nvPr/>
        </p:nvCxnSpPr>
        <p:spPr>
          <a:xfrm>
            <a:off x="2018072" y="1418974"/>
            <a:ext cx="4313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3DEBE2D-5923-EEFD-6537-D201AAFF912B}"/>
                  </a:ext>
                </a:extLst>
              </p:cNvPr>
              <p:cNvSpPr txBox="1"/>
              <p:nvPr/>
            </p:nvSpPr>
            <p:spPr>
              <a:xfrm>
                <a:off x="3040981" y="1076802"/>
                <a:ext cx="109902" cy="2416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3DEBE2D-5923-EEFD-6537-D201AAFF9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0981" y="1076802"/>
                <a:ext cx="109902" cy="241605"/>
              </a:xfrm>
              <a:prstGeom prst="rect">
                <a:avLst/>
              </a:prstGeom>
              <a:blipFill>
                <a:blip r:embed="rId6"/>
                <a:stretch>
                  <a:fillRect l="-30000" t="-30000" r="-30000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3C0C700-78D0-C745-52AC-C4A72EEA2395}"/>
              </a:ext>
            </a:extLst>
          </p:cNvPr>
          <p:cNvCxnSpPr>
            <a:cxnSpLocks/>
          </p:cNvCxnSpPr>
          <p:nvPr/>
        </p:nvCxnSpPr>
        <p:spPr>
          <a:xfrm>
            <a:off x="2720682" y="1418974"/>
            <a:ext cx="431354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094AE05-47F3-35AE-8D2D-D35BA5EF56D2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3150883" y="1418974"/>
            <a:ext cx="175493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CF67A7F-45D6-626C-F325-DAE604E4F90B}"/>
                  </a:ext>
                </a:extLst>
              </p:cNvPr>
              <p:cNvSpPr txBox="1"/>
              <p:nvPr/>
            </p:nvSpPr>
            <p:spPr>
              <a:xfrm>
                <a:off x="3428983" y="1526227"/>
                <a:ext cx="154786" cy="2416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sz="140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CF67A7F-45D6-626C-F325-DAE604E4F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8983" y="1526227"/>
                <a:ext cx="154786" cy="241605"/>
              </a:xfrm>
              <a:prstGeom prst="rect">
                <a:avLst/>
              </a:prstGeom>
              <a:blipFill>
                <a:blip r:embed="rId7"/>
                <a:stretch>
                  <a:fillRect l="-21429" r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B2E6943B-F19C-A021-5CC5-7FD62EE041C8}"/>
              </a:ext>
            </a:extLst>
          </p:cNvPr>
          <p:cNvSpPr txBox="1"/>
          <p:nvPr/>
        </p:nvSpPr>
        <p:spPr>
          <a:xfrm>
            <a:off x="3112996" y="140278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</a:rPr>
              <a:t>+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89E78B1-0F08-2112-7D40-B002CC8D3AE3}"/>
              </a:ext>
            </a:extLst>
          </p:cNvPr>
          <p:cNvSpPr txBox="1"/>
          <p:nvPr/>
        </p:nvSpPr>
        <p:spPr>
          <a:xfrm>
            <a:off x="1656929" y="2044483"/>
            <a:ext cx="243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</a:rPr>
              <a:t>-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051957F-21A0-F935-E6E8-119EF99E9803}"/>
              </a:ext>
            </a:extLst>
          </p:cNvPr>
          <p:cNvCxnSpPr>
            <a:cxnSpLocks/>
          </p:cNvCxnSpPr>
          <p:nvPr/>
        </p:nvCxnSpPr>
        <p:spPr>
          <a:xfrm>
            <a:off x="5128401" y="1414097"/>
            <a:ext cx="4313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3010EB21-B75F-9A40-E8A9-5EC0712198ED}"/>
              </a:ext>
            </a:extLst>
          </p:cNvPr>
          <p:cNvSpPr txBox="1"/>
          <p:nvPr/>
        </p:nvSpPr>
        <p:spPr>
          <a:xfrm>
            <a:off x="5007958" y="2144386"/>
            <a:ext cx="243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</a:rPr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FE687229-1C5D-D701-78FE-546F0CCFED99}"/>
                  </a:ext>
                </a:extLst>
              </p:cNvPr>
              <p:cNvSpPr txBox="1"/>
              <p:nvPr/>
            </p:nvSpPr>
            <p:spPr>
              <a:xfrm>
                <a:off x="4844552" y="1076802"/>
                <a:ext cx="109902" cy="2416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FE687229-1C5D-D701-78FE-546F0CCFE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4552" y="1076802"/>
                <a:ext cx="109902" cy="241605"/>
              </a:xfrm>
              <a:prstGeom prst="rect">
                <a:avLst/>
              </a:prstGeom>
              <a:blipFill>
                <a:blip r:embed="rId6"/>
                <a:stretch>
                  <a:fillRect l="-30000" t="-30000" r="-30000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67A0934-05DE-58B3-3251-785FE7246438}"/>
              </a:ext>
            </a:extLst>
          </p:cNvPr>
          <p:cNvCxnSpPr>
            <a:cxnSpLocks/>
          </p:cNvCxnSpPr>
          <p:nvPr/>
        </p:nvCxnSpPr>
        <p:spPr>
          <a:xfrm>
            <a:off x="4524253" y="1418974"/>
            <a:ext cx="431354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3AD2585-2D0D-FD5E-B916-8D62C58C3D7B}"/>
              </a:ext>
            </a:extLst>
          </p:cNvPr>
          <p:cNvCxnSpPr>
            <a:cxnSpLocks/>
          </p:cNvCxnSpPr>
          <p:nvPr/>
        </p:nvCxnSpPr>
        <p:spPr>
          <a:xfrm>
            <a:off x="4954454" y="1418974"/>
            <a:ext cx="175493" cy="1"/>
          </a:xfrm>
          <a:prstGeom prst="line">
            <a:avLst/>
          </a:prstGeom>
          <a:ln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F536D9D-0F97-AA4C-EBF8-F1708BADE28A}"/>
                  </a:ext>
                </a:extLst>
              </p:cNvPr>
              <p:cNvSpPr txBox="1"/>
              <p:nvPr/>
            </p:nvSpPr>
            <p:spPr>
              <a:xfrm>
                <a:off x="5052554" y="1749073"/>
                <a:ext cx="154786" cy="2416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sz="140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F536D9D-0F97-AA4C-EBF8-F1708BADE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554" y="1749073"/>
                <a:ext cx="154786" cy="241605"/>
              </a:xfrm>
              <a:prstGeom prst="rect">
                <a:avLst/>
              </a:prstGeom>
              <a:blipFill>
                <a:blip r:embed="rId8"/>
                <a:stretch>
                  <a:fillRect l="-23077" r="-23077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TextBox 67">
            <a:extLst>
              <a:ext uri="{FF2B5EF4-FFF2-40B4-BE49-F238E27FC236}">
                <a16:creationId xmlns:a16="http://schemas.microsoft.com/office/drawing/2014/main" id="{F64E3293-3CF0-3DF6-16FD-9A319E06E647}"/>
              </a:ext>
            </a:extLst>
          </p:cNvPr>
          <p:cNvSpPr txBox="1"/>
          <p:nvPr/>
        </p:nvSpPr>
        <p:spPr>
          <a:xfrm>
            <a:off x="4999446" y="1402778"/>
            <a:ext cx="284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</a:rPr>
              <a:t>+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F568AF4-989B-FA78-1149-2A4A954347B1}"/>
              </a:ext>
            </a:extLst>
          </p:cNvPr>
          <p:cNvCxnSpPr>
            <a:cxnSpLocks/>
          </p:cNvCxnSpPr>
          <p:nvPr/>
        </p:nvCxnSpPr>
        <p:spPr>
          <a:xfrm flipV="1">
            <a:off x="1960236" y="3592969"/>
            <a:ext cx="760446" cy="5307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A1AA0E5-F9A4-32D6-450E-44685B514E74}"/>
              </a:ext>
            </a:extLst>
          </p:cNvPr>
          <p:cNvCxnSpPr>
            <a:cxnSpLocks/>
          </p:cNvCxnSpPr>
          <p:nvPr/>
        </p:nvCxnSpPr>
        <p:spPr>
          <a:xfrm flipV="1">
            <a:off x="1960237" y="3953800"/>
            <a:ext cx="846573" cy="165879"/>
          </a:xfrm>
          <a:prstGeom prst="straightConnector1">
            <a:avLst/>
          </a:prstGeom>
          <a:ln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7" name="Group 96">
            <a:extLst>
              <a:ext uri="{FF2B5EF4-FFF2-40B4-BE49-F238E27FC236}">
                <a16:creationId xmlns:a16="http://schemas.microsoft.com/office/drawing/2014/main" id="{AAFC4AF1-20AC-EE12-F467-BD887086E193}"/>
              </a:ext>
            </a:extLst>
          </p:cNvPr>
          <p:cNvGrpSpPr/>
          <p:nvPr/>
        </p:nvGrpSpPr>
        <p:grpSpPr>
          <a:xfrm>
            <a:off x="1346036" y="3488980"/>
            <a:ext cx="1196502" cy="1196502"/>
            <a:chOff x="3428983" y="3676688"/>
            <a:chExt cx="1196502" cy="1196502"/>
          </a:xfrm>
        </p:grpSpPr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94C4C6D4-A9F8-E55B-45EF-613E48CB3A30}"/>
                </a:ext>
              </a:extLst>
            </p:cNvPr>
            <p:cNvCxnSpPr/>
            <p:nvPr/>
          </p:nvCxnSpPr>
          <p:spPr>
            <a:xfrm>
              <a:off x="4042715" y="3676688"/>
              <a:ext cx="0" cy="119650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DB6E56FA-04FE-CBBD-4AD9-9B491FFB56A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027234" y="3708397"/>
              <a:ext cx="0" cy="119650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8" name="Arc 97">
            <a:extLst>
              <a:ext uri="{FF2B5EF4-FFF2-40B4-BE49-F238E27FC236}">
                <a16:creationId xmlns:a16="http://schemas.microsoft.com/office/drawing/2014/main" id="{AF12511A-C78D-93D9-C590-AB066B8D8FEA}"/>
              </a:ext>
            </a:extLst>
          </p:cNvPr>
          <p:cNvSpPr/>
          <p:nvPr/>
        </p:nvSpPr>
        <p:spPr>
          <a:xfrm>
            <a:off x="2099930" y="3953800"/>
            <a:ext cx="191385" cy="352379"/>
          </a:xfrm>
          <a:prstGeom prst="arc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Arc 98">
            <a:extLst>
              <a:ext uri="{FF2B5EF4-FFF2-40B4-BE49-F238E27FC236}">
                <a16:creationId xmlns:a16="http://schemas.microsoft.com/office/drawing/2014/main" id="{D760A54A-A0D6-C169-4905-701888648F7A}"/>
              </a:ext>
            </a:extLst>
          </p:cNvPr>
          <p:cNvSpPr/>
          <p:nvPr/>
        </p:nvSpPr>
        <p:spPr>
          <a:xfrm>
            <a:off x="2365744" y="4035061"/>
            <a:ext cx="83682" cy="192634"/>
          </a:xfrm>
          <a:prstGeom prst="arc">
            <a:avLst/>
          </a:prstGeom>
          <a:ln w="9525">
            <a:solidFill>
              <a:srgbClr val="043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FBED887D-9775-EDD7-3A82-70F30EEB8528}"/>
                  </a:ext>
                </a:extLst>
              </p:cNvPr>
              <p:cNvSpPr txBox="1"/>
              <p:nvPr/>
            </p:nvSpPr>
            <p:spPr>
              <a:xfrm>
                <a:off x="2365744" y="3808456"/>
                <a:ext cx="18293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CA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FBED887D-9775-EDD7-3A82-70F30EEB8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744" y="3808456"/>
                <a:ext cx="182935" cy="184666"/>
              </a:xfrm>
              <a:prstGeom prst="rect">
                <a:avLst/>
              </a:prstGeom>
              <a:blipFill>
                <a:blip r:embed="rId9"/>
                <a:stretch>
                  <a:fillRect l="-20000" r="-666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2DC6A18D-16FA-D2CE-E809-338E4E7A27FF}"/>
                  </a:ext>
                </a:extLst>
              </p:cNvPr>
              <p:cNvSpPr txBox="1"/>
              <p:nvPr/>
            </p:nvSpPr>
            <p:spPr>
              <a:xfrm>
                <a:off x="2518144" y="3960856"/>
                <a:ext cx="16357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2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CA" sz="12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2DC6A18D-16FA-D2CE-E809-338E4E7A2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144" y="3960856"/>
                <a:ext cx="163571" cy="184666"/>
              </a:xfrm>
              <a:prstGeom prst="rect">
                <a:avLst/>
              </a:prstGeom>
              <a:blipFill>
                <a:blip r:embed="rId10"/>
                <a:stretch>
                  <a:fillRect l="-21429" r="-7143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251D2C54-B9BF-8AD8-71B2-2F8F924CB6A9}"/>
              </a:ext>
            </a:extLst>
          </p:cNvPr>
          <p:cNvCxnSpPr>
            <a:cxnSpLocks/>
          </p:cNvCxnSpPr>
          <p:nvPr/>
        </p:nvCxnSpPr>
        <p:spPr>
          <a:xfrm flipV="1">
            <a:off x="4003426" y="3592969"/>
            <a:ext cx="760446" cy="530740"/>
          </a:xfrm>
          <a:prstGeom prst="straightConnector1">
            <a:avLst/>
          </a:prstGeom>
          <a:ln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535AD4BA-EE01-780C-2BED-93606789A993}"/>
              </a:ext>
            </a:extLst>
          </p:cNvPr>
          <p:cNvCxnSpPr>
            <a:cxnSpLocks/>
          </p:cNvCxnSpPr>
          <p:nvPr/>
        </p:nvCxnSpPr>
        <p:spPr>
          <a:xfrm flipV="1">
            <a:off x="4003427" y="3953800"/>
            <a:ext cx="846573" cy="1658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FDD9B210-96EF-D2EB-3522-0651C4CCA5F6}"/>
              </a:ext>
            </a:extLst>
          </p:cNvPr>
          <p:cNvGrpSpPr/>
          <p:nvPr/>
        </p:nvGrpSpPr>
        <p:grpSpPr>
          <a:xfrm>
            <a:off x="3389226" y="3488980"/>
            <a:ext cx="1196502" cy="1196502"/>
            <a:chOff x="3428983" y="3676688"/>
            <a:chExt cx="1196502" cy="1196502"/>
          </a:xfrm>
        </p:grpSpPr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0E8387F6-3343-38BD-4B9E-42F865BA7813}"/>
                </a:ext>
              </a:extLst>
            </p:cNvPr>
            <p:cNvCxnSpPr/>
            <p:nvPr/>
          </p:nvCxnSpPr>
          <p:spPr>
            <a:xfrm>
              <a:off x="4042715" y="3676688"/>
              <a:ext cx="0" cy="119650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BEF64FD5-9165-721B-77CB-546522130F9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027234" y="3708397"/>
              <a:ext cx="0" cy="119650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Arc 106">
            <a:extLst>
              <a:ext uri="{FF2B5EF4-FFF2-40B4-BE49-F238E27FC236}">
                <a16:creationId xmlns:a16="http://schemas.microsoft.com/office/drawing/2014/main" id="{5701A905-F52B-22E4-9BB8-CE0579FF2409}"/>
              </a:ext>
            </a:extLst>
          </p:cNvPr>
          <p:cNvSpPr/>
          <p:nvPr/>
        </p:nvSpPr>
        <p:spPr>
          <a:xfrm>
            <a:off x="4143120" y="3953800"/>
            <a:ext cx="191385" cy="352379"/>
          </a:xfrm>
          <a:prstGeom prst="arc">
            <a:avLst/>
          </a:prstGeom>
          <a:ln w="9525">
            <a:solidFill>
              <a:srgbClr val="043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432FF"/>
              </a:solidFill>
            </a:endParaRPr>
          </a:p>
        </p:txBody>
      </p:sp>
      <p:sp>
        <p:nvSpPr>
          <p:cNvPr id="108" name="Arc 107">
            <a:extLst>
              <a:ext uri="{FF2B5EF4-FFF2-40B4-BE49-F238E27FC236}">
                <a16:creationId xmlns:a16="http://schemas.microsoft.com/office/drawing/2014/main" id="{AF323197-F0D4-CE96-D959-D4B0BCBE9FDF}"/>
              </a:ext>
            </a:extLst>
          </p:cNvPr>
          <p:cNvSpPr/>
          <p:nvPr/>
        </p:nvSpPr>
        <p:spPr>
          <a:xfrm>
            <a:off x="4408934" y="4035061"/>
            <a:ext cx="83682" cy="192634"/>
          </a:xfrm>
          <a:prstGeom prst="arc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861A755C-5544-BA04-D148-E1F3C648EF13}"/>
                  </a:ext>
                </a:extLst>
              </p:cNvPr>
              <p:cNvSpPr txBox="1"/>
              <p:nvPr/>
            </p:nvSpPr>
            <p:spPr>
              <a:xfrm>
                <a:off x="4408934" y="3808456"/>
                <a:ext cx="16357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2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CA" sz="12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861A755C-5544-BA04-D148-E1F3C648E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8934" y="3808456"/>
                <a:ext cx="163571" cy="184666"/>
              </a:xfrm>
              <a:prstGeom prst="rect">
                <a:avLst/>
              </a:prstGeom>
              <a:blipFill>
                <a:blip r:embed="rId11"/>
                <a:stretch>
                  <a:fillRect l="-23077" r="-15385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711BA113-B274-B8B7-290A-5C81C40CA570}"/>
                  </a:ext>
                </a:extLst>
              </p:cNvPr>
              <p:cNvSpPr txBox="1"/>
              <p:nvPr/>
            </p:nvSpPr>
            <p:spPr>
              <a:xfrm>
                <a:off x="4561334" y="3960856"/>
                <a:ext cx="18293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CA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711BA113-B274-B8B7-290A-5C81C40CA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1334" y="3960856"/>
                <a:ext cx="182935" cy="184666"/>
              </a:xfrm>
              <a:prstGeom prst="rect">
                <a:avLst/>
              </a:prstGeom>
              <a:blipFill>
                <a:blip r:embed="rId12"/>
                <a:stretch>
                  <a:fillRect l="-20000" r="-666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73790B02-A960-EED4-BA13-4870FAEABE1B}"/>
                  </a:ext>
                </a:extLst>
              </p:cNvPr>
              <p:cNvSpPr txBox="1"/>
              <p:nvPr/>
            </p:nvSpPr>
            <p:spPr>
              <a:xfrm>
                <a:off x="2327231" y="3484281"/>
                <a:ext cx="154786" cy="2071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</m:oMath>
                  </m:oMathPara>
                </a14:m>
                <a:endParaRPr 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73790B02-A960-EED4-BA13-4870FAEAB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7231" y="3484281"/>
                <a:ext cx="154786" cy="207108"/>
              </a:xfrm>
              <a:prstGeom prst="rect">
                <a:avLst/>
              </a:prstGeom>
              <a:blipFill>
                <a:blip r:embed="rId13"/>
                <a:stretch>
                  <a:fillRect l="-23077" r="-15385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B7DD70E7-7D11-0890-EAFD-CC8C4C322C65}"/>
                  </a:ext>
                </a:extLst>
              </p:cNvPr>
              <p:cNvSpPr txBox="1"/>
              <p:nvPr/>
            </p:nvSpPr>
            <p:spPr>
              <a:xfrm>
                <a:off x="4872035" y="3907889"/>
                <a:ext cx="154786" cy="2071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</m:oMath>
                  </m:oMathPara>
                </a14:m>
                <a:endParaRPr 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B7DD70E7-7D11-0890-EAFD-CC8C4C322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2035" y="3907889"/>
                <a:ext cx="154786" cy="207108"/>
              </a:xfrm>
              <a:prstGeom prst="rect">
                <a:avLst/>
              </a:prstGeom>
              <a:blipFill>
                <a:blip r:embed="rId14"/>
                <a:stretch>
                  <a:fillRect l="-15385" r="-15385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40B6C9EF-513F-58FD-7C81-28A14D795163}"/>
                  </a:ext>
                </a:extLst>
              </p:cNvPr>
              <p:cNvSpPr txBox="1"/>
              <p:nvPr/>
            </p:nvSpPr>
            <p:spPr>
              <a:xfrm>
                <a:off x="4335933" y="3535267"/>
                <a:ext cx="154786" cy="2071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20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sz="12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</m:oMath>
                  </m:oMathPara>
                </a14:m>
                <a:endParaRPr lang="en-US" sz="12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40B6C9EF-513F-58FD-7C81-28A14D795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5933" y="3535267"/>
                <a:ext cx="154786" cy="207108"/>
              </a:xfrm>
              <a:prstGeom prst="rect">
                <a:avLst/>
              </a:prstGeom>
              <a:blipFill>
                <a:blip r:embed="rId15"/>
                <a:stretch>
                  <a:fillRect l="-7692" t="-35294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D3AFB65A-020F-1CD4-3B4F-9C94D22DF5C1}"/>
                  </a:ext>
                </a:extLst>
              </p:cNvPr>
              <p:cNvSpPr txBox="1"/>
              <p:nvPr/>
            </p:nvSpPr>
            <p:spPr>
              <a:xfrm>
                <a:off x="2847783" y="3858339"/>
                <a:ext cx="154786" cy="2071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20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sz="12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</m:oMath>
                  </m:oMathPara>
                </a14:m>
                <a:endParaRPr lang="en-US" sz="12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D3AFB65A-020F-1CD4-3B4F-9C94D22DF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7783" y="3858339"/>
                <a:ext cx="154786" cy="207108"/>
              </a:xfrm>
              <a:prstGeom prst="rect">
                <a:avLst/>
              </a:prstGeom>
              <a:blipFill>
                <a:blip r:embed="rId16"/>
                <a:stretch>
                  <a:fillRect l="-7692" t="-27778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Rectangle 114">
            <a:extLst>
              <a:ext uri="{FF2B5EF4-FFF2-40B4-BE49-F238E27FC236}">
                <a16:creationId xmlns:a16="http://schemas.microsoft.com/office/drawing/2014/main" id="{78629739-2DD5-E8ED-61CD-62F8CDCF2E5E}"/>
              </a:ext>
            </a:extLst>
          </p:cNvPr>
          <p:cNvSpPr/>
          <p:nvPr/>
        </p:nvSpPr>
        <p:spPr>
          <a:xfrm rot="16200000" flipV="1">
            <a:off x="2043202" y="2940942"/>
            <a:ext cx="120502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F84AD72E-FF53-8738-6629-A3823AE12219}"/>
              </a:ext>
            </a:extLst>
          </p:cNvPr>
          <p:cNvCxnSpPr>
            <a:cxnSpLocks/>
          </p:cNvCxnSpPr>
          <p:nvPr/>
        </p:nvCxnSpPr>
        <p:spPr>
          <a:xfrm>
            <a:off x="2283453" y="3120941"/>
            <a:ext cx="4313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7BE81462-CB1F-D51A-FE59-075C92C86269}"/>
              </a:ext>
            </a:extLst>
          </p:cNvPr>
          <p:cNvSpPr txBox="1"/>
          <p:nvPr/>
        </p:nvSpPr>
        <p:spPr>
          <a:xfrm>
            <a:off x="2232818" y="3104746"/>
            <a:ext cx="243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</a:rPr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F29C3368-EFE7-7688-197A-50E4DBC90ECA}"/>
                  </a:ext>
                </a:extLst>
              </p:cNvPr>
              <p:cNvSpPr txBox="1"/>
              <p:nvPr/>
            </p:nvSpPr>
            <p:spPr>
              <a:xfrm>
                <a:off x="1638058" y="2778769"/>
                <a:ext cx="109902" cy="18986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sz="11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F29C3368-EFE7-7688-197A-50E4DBC90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058" y="2778769"/>
                <a:ext cx="109902" cy="189860"/>
              </a:xfrm>
              <a:prstGeom prst="rect">
                <a:avLst/>
              </a:prstGeom>
              <a:blipFill>
                <a:blip r:embed="rId17"/>
                <a:stretch>
                  <a:fillRect l="-33333" t="-37500" r="-11111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989D2F9D-8EAF-6BA4-2790-D412FF74B5D3}"/>
              </a:ext>
            </a:extLst>
          </p:cNvPr>
          <p:cNvCxnSpPr>
            <a:cxnSpLocks/>
          </p:cNvCxnSpPr>
          <p:nvPr/>
        </p:nvCxnSpPr>
        <p:spPr>
          <a:xfrm>
            <a:off x="1317759" y="3120941"/>
            <a:ext cx="431354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F2689CAF-0A2F-D3EF-14FF-C0E7F18053B3}"/>
              </a:ext>
            </a:extLst>
          </p:cNvPr>
          <p:cNvCxnSpPr>
            <a:cxnSpLocks/>
            <a:endCxn id="115" idx="2"/>
          </p:cNvCxnSpPr>
          <p:nvPr/>
        </p:nvCxnSpPr>
        <p:spPr>
          <a:xfrm>
            <a:off x="1747960" y="3120941"/>
            <a:ext cx="175493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8465A8CD-7E62-F4BF-93C5-5C208CE83461}"/>
                  </a:ext>
                </a:extLst>
              </p:cNvPr>
              <p:cNvSpPr txBox="1"/>
              <p:nvPr/>
            </p:nvSpPr>
            <p:spPr>
              <a:xfrm>
                <a:off x="2026060" y="3228194"/>
                <a:ext cx="121508" cy="1898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sz="110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8465A8CD-7E62-F4BF-93C5-5C208CE83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6060" y="3228194"/>
                <a:ext cx="121508" cy="189860"/>
              </a:xfrm>
              <a:prstGeom prst="rect">
                <a:avLst/>
              </a:prstGeom>
              <a:blipFill>
                <a:blip r:embed="rId18"/>
                <a:stretch>
                  <a:fillRect l="-30000" r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TextBox 122">
            <a:extLst>
              <a:ext uri="{FF2B5EF4-FFF2-40B4-BE49-F238E27FC236}">
                <a16:creationId xmlns:a16="http://schemas.microsoft.com/office/drawing/2014/main" id="{B945AB41-585C-F73D-77EC-8082FDD14A9C}"/>
              </a:ext>
            </a:extLst>
          </p:cNvPr>
          <p:cNvSpPr txBox="1"/>
          <p:nvPr/>
        </p:nvSpPr>
        <p:spPr>
          <a:xfrm>
            <a:off x="1710073" y="310474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</a:rPr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02959F5B-0BDF-D040-B395-DE470B1DAB5C}"/>
                  </a:ext>
                </a:extLst>
              </p:cNvPr>
              <p:cNvSpPr txBox="1"/>
              <p:nvPr/>
            </p:nvSpPr>
            <p:spPr>
              <a:xfrm>
                <a:off x="1870930" y="2826857"/>
                <a:ext cx="494814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1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CA" sz="11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sz="1100" b="0" i="1" smtClean="0">
                          <a:latin typeface="Cambria Math" panose="020405030504060302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CA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1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CA" sz="11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02959F5B-0BDF-D040-B395-DE470B1DA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930" y="2826857"/>
                <a:ext cx="494814" cy="169277"/>
              </a:xfrm>
              <a:prstGeom prst="rect">
                <a:avLst/>
              </a:prstGeom>
              <a:blipFill>
                <a:blip r:embed="rId19"/>
                <a:stretch>
                  <a:fillRect l="-7500" r="-250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" name="Rectangle 124">
            <a:extLst>
              <a:ext uri="{FF2B5EF4-FFF2-40B4-BE49-F238E27FC236}">
                <a16:creationId xmlns:a16="http://schemas.microsoft.com/office/drawing/2014/main" id="{F6F3436A-28EC-6F7B-5599-66632872EB48}"/>
              </a:ext>
            </a:extLst>
          </p:cNvPr>
          <p:cNvSpPr/>
          <p:nvPr/>
        </p:nvSpPr>
        <p:spPr>
          <a:xfrm rot="16200000" flipV="1">
            <a:off x="4022900" y="2934664"/>
            <a:ext cx="120502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D99BAC71-5460-1779-BA0E-0D74851E9C51}"/>
              </a:ext>
            </a:extLst>
          </p:cNvPr>
          <p:cNvCxnSpPr>
            <a:cxnSpLocks/>
          </p:cNvCxnSpPr>
          <p:nvPr/>
        </p:nvCxnSpPr>
        <p:spPr>
          <a:xfrm>
            <a:off x="4263151" y="3114663"/>
            <a:ext cx="4313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5495B380-FA9C-004A-46E2-9A4EA805DB79}"/>
              </a:ext>
            </a:extLst>
          </p:cNvPr>
          <p:cNvSpPr txBox="1"/>
          <p:nvPr/>
        </p:nvSpPr>
        <p:spPr>
          <a:xfrm>
            <a:off x="4212516" y="3098468"/>
            <a:ext cx="243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</a:rPr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9E0604F5-F0FF-AE33-A96A-3F6C06FEDF65}"/>
                  </a:ext>
                </a:extLst>
              </p:cNvPr>
              <p:cNvSpPr txBox="1"/>
              <p:nvPr/>
            </p:nvSpPr>
            <p:spPr>
              <a:xfrm>
                <a:off x="3617756" y="2772491"/>
                <a:ext cx="109902" cy="18986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sz="11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9E0604F5-F0FF-AE33-A96A-3F6C06FED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7756" y="2772491"/>
                <a:ext cx="109902" cy="189860"/>
              </a:xfrm>
              <a:prstGeom prst="rect">
                <a:avLst/>
              </a:prstGeom>
              <a:blipFill>
                <a:blip r:embed="rId20"/>
                <a:stretch>
                  <a:fillRect l="-30000" t="-37500" r="-10000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97DBE9CB-0B97-2F5E-6F5D-014E5CFD1551}"/>
              </a:ext>
            </a:extLst>
          </p:cNvPr>
          <p:cNvCxnSpPr>
            <a:cxnSpLocks/>
          </p:cNvCxnSpPr>
          <p:nvPr/>
        </p:nvCxnSpPr>
        <p:spPr>
          <a:xfrm>
            <a:off x="3297457" y="3114663"/>
            <a:ext cx="431354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22A6423-EA1F-7B1C-AF51-27DCB6959A23}"/>
              </a:ext>
            </a:extLst>
          </p:cNvPr>
          <p:cNvCxnSpPr>
            <a:cxnSpLocks/>
            <a:endCxn id="125" idx="2"/>
          </p:cNvCxnSpPr>
          <p:nvPr/>
        </p:nvCxnSpPr>
        <p:spPr>
          <a:xfrm>
            <a:off x="3727658" y="3114663"/>
            <a:ext cx="175493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8D53F4C4-1266-4535-759A-24553C4AA523}"/>
                  </a:ext>
                </a:extLst>
              </p:cNvPr>
              <p:cNvSpPr txBox="1"/>
              <p:nvPr/>
            </p:nvSpPr>
            <p:spPr>
              <a:xfrm>
                <a:off x="4005758" y="3221916"/>
                <a:ext cx="121508" cy="1898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sz="110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8D53F4C4-1266-4535-759A-24553C4AA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5758" y="3221916"/>
                <a:ext cx="121508" cy="189860"/>
              </a:xfrm>
              <a:prstGeom prst="rect">
                <a:avLst/>
              </a:prstGeom>
              <a:blipFill>
                <a:blip r:embed="rId21"/>
                <a:stretch>
                  <a:fillRect l="-30000" r="-30000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TextBox 131">
            <a:extLst>
              <a:ext uri="{FF2B5EF4-FFF2-40B4-BE49-F238E27FC236}">
                <a16:creationId xmlns:a16="http://schemas.microsoft.com/office/drawing/2014/main" id="{AEE62CD2-9402-DC7B-9B76-F9CB7EB93E69}"/>
              </a:ext>
            </a:extLst>
          </p:cNvPr>
          <p:cNvSpPr txBox="1"/>
          <p:nvPr/>
        </p:nvSpPr>
        <p:spPr>
          <a:xfrm>
            <a:off x="3689771" y="309846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</a:rPr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48ACA9FB-1304-8908-9422-12F3596271C3}"/>
                  </a:ext>
                </a:extLst>
              </p:cNvPr>
              <p:cNvSpPr txBox="1"/>
              <p:nvPr/>
            </p:nvSpPr>
            <p:spPr>
              <a:xfrm>
                <a:off x="3850628" y="2820579"/>
                <a:ext cx="502958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1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CA" sz="11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CA" sz="1100" b="0" i="1" smtClean="0">
                          <a:latin typeface="Cambria Math" panose="020405030504060302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CA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1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CA" sz="11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48ACA9FB-1304-8908-9422-12F359627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628" y="2820579"/>
                <a:ext cx="502958" cy="169277"/>
              </a:xfrm>
              <a:prstGeom prst="rect">
                <a:avLst/>
              </a:prstGeom>
              <a:blipFill>
                <a:blip r:embed="rId22"/>
                <a:stretch>
                  <a:fillRect l="-7500" r="-250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4" name="Group 203">
            <a:extLst>
              <a:ext uri="{FF2B5EF4-FFF2-40B4-BE49-F238E27FC236}">
                <a16:creationId xmlns:a16="http://schemas.microsoft.com/office/drawing/2014/main" id="{EE29F5B9-E1C6-1A36-346C-5F9B3FF963EF}"/>
              </a:ext>
            </a:extLst>
          </p:cNvPr>
          <p:cNvGrpSpPr/>
          <p:nvPr/>
        </p:nvGrpSpPr>
        <p:grpSpPr>
          <a:xfrm>
            <a:off x="9347142" y="2352260"/>
            <a:ext cx="1637595" cy="1196502"/>
            <a:chOff x="9352813" y="1990678"/>
            <a:chExt cx="1637595" cy="1196502"/>
          </a:xfrm>
        </p:grpSpPr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0A8AA5C4-1A88-2208-0AF2-4C548F4846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67013" y="2094667"/>
              <a:ext cx="760446" cy="530740"/>
            </a:xfrm>
            <a:prstGeom prst="straightConnector1">
              <a:avLst/>
            </a:prstGeom>
            <a:ln>
              <a:solidFill>
                <a:srgbClr val="0432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779CB5E0-08DC-8E08-E5F9-BBD1689352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67014" y="2455498"/>
              <a:ext cx="846573" cy="16587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A7EDDFD6-C898-730F-68A7-8B661E399124}"/>
                </a:ext>
              </a:extLst>
            </p:cNvPr>
            <p:cNvGrpSpPr/>
            <p:nvPr/>
          </p:nvGrpSpPr>
          <p:grpSpPr>
            <a:xfrm>
              <a:off x="9352813" y="1990678"/>
              <a:ext cx="1196502" cy="1196502"/>
              <a:chOff x="3428983" y="3676688"/>
              <a:chExt cx="1196502" cy="1196502"/>
            </a:xfrm>
          </p:grpSpPr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61419D06-81A7-6EDD-F690-C312B673A4EA}"/>
                  </a:ext>
                </a:extLst>
              </p:cNvPr>
              <p:cNvCxnSpPr/>
              <p:nvPr/>
            </p:nvCxnSpPr>
            <p:spPr>
              <a:xfrm>
                <a:off x="4042715" y="3676688"/>
                <a:ext cx="0" cy="1196502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BE7D9682-5BE2-A498-91F8-35CBFBB82C7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027234" y="3708397"/>
                <a:ext cx="0" cy="1196502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8" name="Arc 147">
              <a:extLst>
                <a:ext uri="{FF2B5EF4-FFF2-40B4-BE49-F238E27FC236}">
                  <a16:creationId xmlns:a16="http://schemas.microsoft.com/office/drawing/2014/main" id="{3545EA51-0DB2-CFDA-47C0-50F30CA5A4C7}"/>
                </a:ext>
              </a:extLst>
            </p:cNvPr>
            <p:cNvSpPr/>
            <p:nvPr/>
          </p:nvSpPr>
          <p:spPr>
            <a:xfrm>
              <a:off x="10106707" y="2455498"/>
              <a:ext cx="191385" cy="352379"/>
            </a:xfrm>
            <a:prstGeom prst="arc">
              <a:avLst/>
            </a:prstGeom>
            <a:ln w="9525">
              <a:solidFill>
                <a:srgbClr val="0432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432FF"/>
                </a:solidFill>
              </a:endParaRPr>
            </a:p>
          </p:txBody>
        </p:sp>
        <p:sp>
          <p:nvSpPr>
            <p:cNvPr id="149" name="Arc 148">
              <a:extLst>
                <a:ext uri="{FF2B5EF4-FFF2-40B4-BE49-F238E27FC236}">
                  <a16:creationId xmlns:a16="http://schemas.microsoft.com/office/drawing/2014/main" id="{D6837836-7AAE-D6A3-8F27-85C8F40E90B9}"/>
                </a:ext>
              </a:extLst>
            </p:cNvPr>
            <p:cNvSpPr/>
            <p:nvPr/>
          </p:nvSpPr>
          <p:spPr>
            <a:xfrm>
              <a:off x="10372521" y="2536759"/>
              <a:ext cx="83682" cy="192634"/>
            </a:xfrm>
            <a:prstGeom prst="arc">
              <a:avLst/>
            </a:prstGeom>
            <a:ln w="952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E2C899A3-9BC1-7C76-FB06-E25371C31E7E}"/>
                    </a:ext>
                  </a:extLst>
                </p:cNvPr>
                <p:cNvSpPr txBox="1"/>
                <p:nvPr/>
              </p:nvSpPr>
              <p:spPr>
                <a:xfrm>
                  <a:off x="10372521" y="2310154"/>
                  <a:ext cx="163571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1200" b="0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200" b="0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CA" sz="1200" b="0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1200" dirty="0">
                    <a:solidFill>
                      <a:srgbClr val="0432FF"/>
                    </a:solidFill>
                  </a:endParaRPr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E2C899A3-9BC1-7C76-FB06-E25371C31E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72521" y="2310154"/>
                  <a:ext cx="163571" cy="184666"/>
                </a:xfrm>
                <a:prstGeom prst="rect">
                  <a:avLst/>
                </a:prstGeom>
                <a:blipFill>
                  <a:blip r:embed="rId23"/>
                  <a:stretch>
                    <a:fillRect l="-23077" r="-15385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07075542-340A-65B0-8FFD-C999EAB227AC}"/>
                    </a:ext>
                  </a:extLst>
                </p:cNvPr>
                <p:cNvSpPr txBox="1"/>
                <p:nvPr/>
              </p:nvSpPr>
              <p:spPr>
                <a:xfrm>
                  <a:off x="10524921" y="2462554"/>
                  <a:ext cx="182935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CA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oMath>
                    </m:oMathPara>
                  </a14:m>
                  <a:endParaRPr 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07075542-340A-65B0-8FFD-C999EAB227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24921" y="2462554"/>
                  <a:ext cx="182935" cy="184666"/>
                </a:xfrm>
                <a:prstGeom prst="rect">
                  <a:avLst/>
                </a:prstGeom>
                <a:blipFill>
                  <a:blip r:embed="rId24"/>
                  <a:stretch>
                    <a:fillRect l="-20000" r="-6667"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EE0AEA8D-2F31-295A-ECA8-1D3FBF247210}"/>
                    </a:ext>
                  </a:extLst>
                </p:cNvPr>
                <p:cNvSpPr txBox="1"/>
                <p:nvPr/>
              </p:nvSpPr>
              <p:spPr>
                <a:xfrm>
                  <a:off x="10835622" y="2409587"/>
                  <a:ext cx="154786" cy="20710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sz="1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sz="1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oMath>
                    </m:oMathPara>
                  </a14:m>
                  <a:endParaRPr 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EE0AEA8D-2F31-295A-ECA8-1D3FBF2472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35622" y="2409587"/>
                  <a:ext cx="154786" cy="207108"/>
                </a:xfrm>
                <a:prstGeom prst="rect">
                  <a:avLst/>
                </a:prstGeom>
                <a:blipFill>
                  <a:blip r:embed="rId25"/>
                  <a:stretch>
                    <a:fillRect l="-15385" r="-15385"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C0002562-C60C-F416-EDCD-D3DC35DA601D}"/>
                    </a:ext>
                  </a:extLst>
                </p:cNvPr>
                <p:cNvSpPr txBox="1"/>
                <p:nvPr/>
              </p:nvSpPr>
              <p:spPr>
                <a:xfrm>
                  <a:off x="10299520" y="2036965"/>
                  <a:ext cx="154786" cy="20710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sz="1200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sz="1200" b="0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oMath>
                    </m:oMathPara>
                  </a14:m>
                  <a:endParaRPr lang="en-US" sz="1200" dirty="0">
                    <a:solidFill>
                      <a:srgbClr val="0432FF"/>
                    </a:solidFill>
                  </a:endParaRPr>
                </a:p>
              </p:txBody>
            </p:sp>
          </mc:Choice>
          <mc:Fallback xmlns="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C0002562-C60C-F416-EDCD-D3DC35DA60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99520" y="2036965"/>
                  <a:ext cx="154786" cy="207108"/>
                </a:xfrm>
                <a:prstGeom prst="rect">
                  <a:avLst/>
                </a:prstGeom>
                <a:blipFill>
                  <a:blip r:embed="rId26"/>
                  <a:stretch>
                    <a:fillRect l="-7692" t="-29412"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61425705-837C-252D-45FB-764EDE07E691}"/>
              </a:ext>
            </a:extLst>
          </p:cNvPr>
          <p:cNvGrpSpPr/>
          <p:nvPr/>
        </p:nvGrpSpPr>
        <p:grpSpPr>
          <a:xfrm>
            <a:off x="7280673" y="2347561"/>
            <a:ext cx="1656533" cy="1201201"/>
            <a:chOff x="7309623" y="1985979"/>
            <a:chExt cx="1656533" cy="1201201"/>
          </a:xfrm>
        </p:grpSpPr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4DD75F40-D5F7-22EE-E76E-9D33BF9AD6A2}"/>
                </a:ext>
              </a:extLst>
            </p:cNvPr>
            <p:cNvCxnSpPr>
              <a:cxnSpLocks/>
            </p:cNvCxnSpPr>
            <p:nvPr/>
          </p:nvCxnSpPr>
          <p:spPr>
            <a:xfrm rot="-1800000">
              <a:off x="7849228" y="2387871"/>
              <a:ext cx="915292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622D6E46-19AA-0F60-05D5-F9FDC62EC20B}"/>
                </a:ext>
              </a:extLst>
            </p:cNvPr>
            <p:cNvCxnSpPr>
              <a:cxnSpLocks/>
            </p:cNvCxnSpPr>
            <p:nvPr/>
          </p:nvCxnSpPr>
          <p:spPr>
            <a:xfrm rot="-600000">
              <a:off x="7925421" y="2543208"/>
              <a:ext cx="865511" cy="0"/>
            </a:xfrm>
            <a:prstGeom prst="straightConnector1">
              <a:avLst/>
            </a:prstGeom>
            <a:ln>
              <a:solidFill>
                <a:srgbClr val="0432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C54D1C3B-A8EE-AA36-0BB8-C6059CE7BAE3}"/>
                </a:ext>
              </a:extLst>
            </p:cNvPr>
            <p:cNvGrpSpPr/>
            <p:nvPr/>
          </p:nvGrpSpPr>
          <p:grpSpPr>
            <a:xfrm>
              <a:off x="7309623" y="1990678"/>
              <a:ext cx="1196502" cy="1196502"/>
              <a:chOff x="3428983" y="3676688"/>
              <a:chExt cx="1196502" cy="1196502"/>
            </a:xfrm>
          </p:grpSpPr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79165B0A-2458-5F66-4609-90F790D0F4CD}"/>
                  </a:ext>
                </a:extLst>
              </p:cNvPr>
              <p:cNvCxnSpPr/>
              <p:nvPr/>
            </p:nvCxnSpPr>
            <p:spPr>
              <a:xfrm>
                <a:off x="4042715" y="3676688"/>
                <a:ext cx="0" cy="1196502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C38E7729-58E7-0F29-3C41-01D0EC0B1E7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027234" y="3708397"/>
                <a:ext cx="0" cy="1196502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9" name="Arc 138">
              <a:extLst>
                <a:ext uri="{FF2B5EF4-FFF2-40B4-BE49-F238E27FC236}">
                  <a16:creationId xmlns:a16="http://schemas.microsoft.com/office/drawing/2014/main" id="{976C932B-679D-65AA-03B1-92C9A049E826}"/>
                </a:ext>
              </a:extLst>
            </p:cNvPr>
            <p:cNvSpPr/>
            <p:nvPr/>
          </p:nvSpPr>
          <p:spPr>
            <a:xfrm>
              <a:off x="8063517" y="2455498"/>
              <a:ext cx="191385" cy="352379"/>
            </a:xfrm>
            <a:prstGeom prst="arc">
              <a:avLst/>
            </a:prstGeom>
            <a:ln w="952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Arc 139">
              <a:extLst>
                <a:ext uri="{FF2B5EF4-FFF2-40B4-BE49-F238E27FC236}">
                  <a16:creationId xmlns:a16="http://schemas.microsoft.com/office/drawing/2014/main" id="{757B1088-37D8-6130-A2DF-0E1CABC24E31}"/>
                </a:ext>
              </a:extLst>
            </p:cNvPr>
            <p:cNvSpPr/>
            <p:nvPr/>
          </p:nvSpPr>
          <p:spPr>
            <a:xfrm>
              <a:off x="8329331" y="2536759"/>
              <a:ext cx="83682" cy="192634"/>
            </a:xfrm>
            <a:prstGeom prst="arc">
              <a:avLst/>
            </a:prstGeom>
            <a:ln w="9525">
              <a:solidFill>
                <a:srgbClr val="0432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5D4795A9-DCC7-C9FA-616C-D8AFE5D57858}"/>
                    </a:ext>
                  </a:extLst>
                </p:cNvPr>
                <p:cNvSpPr txBox="1"/>
                <p:nvPr/>
              </p:nvSpPr>
              <p:spPr>
                <a:xfrm>
                  <a:off x="8329331" y="2310154"/>
                  <a:ext cx="182935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CA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oMath>
                    </m:oMathPara>
                  </a14:m>
                  <a:endParaRPr 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5D4795A9-DCC7-C9FA-616C-D8AFE5D578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9331" y="2310154"/>
                  <a:ext cx="182935" cy="184666"/>
                </a:xfrm>
                <a:prstGeom prst="rect">
                  <a:avLst/>
                </a:prstGeom>
                <a:blipFill>
                  <a:blip r:embed="rId27"/>
                  <a:stretch>
                    <a:fillRect l="-18750"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1868405F-3AE1-68C0-FC14-79718965E0AE}"/>
                    </a:ext>
                  </a:extLst>
                </p:cNvPr>
                <p:cNvSpPr txBox="1"/>
                <p:nvPr/>
              </p:nvSpPr>
              <p:spPr>
                <a:xfrm>
                  <a:off x="8481731" y="2462554"/>
                  <a:ext cx="163571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1200" b="0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200" b="0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CA" sz="1200" b="0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1200" dirty="0">
                    <a:solidFill>
                      <a:srgbClr val="0432FF"/>
                    </a:solidFill>
                  </a:endParaRPr>
                </a:p>
              </p:txBody>
            </p:sp>
          </mc:Choice>
          <mc:Fallback xmlns="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1868405F-3AE1-68C0-FC14-79718965E0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1731" y="2462554"/>
                  <a:ext cx="163571" cy="184666"/>
                </a:xfrm>
                <a:prstGeom prst="rect">
                  <a:avLst/>
                </a:prstGeom>
                <a:blipFill>
                  <a:blip r:embed="rId28"/>
                  <a:stretch>
                    <a:fillRect l="-21429" r="-14286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7D61863E-7EFE-15D7-4446-51133EC22CAD}"/>
                    </a:ext>
                  </a:extLst>
                </p:cNvPr>
                <p:cNvSpPr txBox="1"/>
                <p:nvPr/>
              </p:nvSpPr>
              <p:spPr>
                <a:xfrm>
                  <a:off x="8290818" y="1985979"/>
                  <a:ext cx="154786" cy="20710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sz="1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sz="1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oMath>
                    </m:oMathPara>
                  </a14:m>
                  <a:endParaRPr 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7D61863E-7EFE-15D7-4446-51133EC22C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0818" y="1985979"/>
                  <a:ext cx="154786" cy="207108"/>
                </a:xfrm>
                <a:prstGeom prst="rect">
                  <a:avLst/>
                </a:prstGeom>
                <a:blipFill>
                  <a:blip r:embed="rId29"/>
                  <a:stretch>
                    <a:fillRect l="-15385" r="-15385" b="-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6EC7B0D1-E9D6-9232-7EC5-604CFA6D0248}"/>
                    </a:ext>
                  </a:extLst>
                </p:cNvPr>
                <p:cNvSpPr txBox="1"/>
                <p:nvPr/>
              </p:nvSpPr>
              <p:spPr>
                <a:xfrm>
                  <a:off x="8811370" y="2360037"/>
                  <a:ext cx="154786" cy="20710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sz="1200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sz="1200" b="0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oMath>
                    </m:oMathPara>
                  </a14:m>
                  <a:endParaRPr lang="en-US" sz="1200" dirty="0">
                    <a:solidFill>
                      <a:srgbClr val="0432FF"/>
                    </a:solidFill>
                  </a:endParaRPr>
                </a:p>
              </p:txBody>
            </p:sp>
          </mc:Choice>
          <mc:Fallback xmlns=""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6EC7B0D1-E9D6-9232-7EC5-604CFA6D02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11370" y="2360037"/>
                  <a:ext cx="154786" cy="207108"/>
                </a:xfrm>
                <a:prstGeom prst="rect">
                  <a:avLst/>
                </a:prstGeom>
                <a:blipFill>
                  <a:blip r:embed="rId30"/>
                  <a:stretch>
                    <a:fillRect l="-7692" t="-35294"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ABCDEB08-5C01-E2D0-48C6-4D8D7A122FFA}"/>
              </a:ext>
            </a:extLst>
          </p:cNvPr>
          <p:cNvGrpSpPr/>
          <p:nvPr/>
        </p:nvGrpSpPr>
        <p:grpSpPr>
          <a:xfrm>
            <a:off x="7416086" y="402093"/>
            <a:ext cx="1397048" cy="639285"/>
            <a:chOff x="7263065" y="402093"/>
            <a:chExt cx="1397048" cy="639285"/>
          </a:xfrm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DCFA80A3-7665-5742-05AC-790F31EABF80}"/>
                </a:ext>
              </a:extLst>
            </p:cNvPr>
            <p:cNvSpPr/>
            <p:nvPr/>
          </p:nvSpPr>
          <p:spPr>
            <a:xfrm rot="16200000" flipV="1">
              <a:off x="7988508" y="564266"/>
              <a:ext cx="120502" cy="36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D66FC52F-5938-1F44-AD13-276155354CE0}"/>
                </a:ext>
              </a:extLst>
            </p:cNvPr>
            <p:cNvCxnSpPr>
              <a:cxnSpLocks/>
            </p:cNvCxnSpPr>
            <p:nvPr/>
          </p:nvCxnSpPr>
          <p:spPr>
            <a:xfrm>
              <a:off x="8228759" y="744265"/>
              <a:ext cx="43135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4A0B0B05-CDDF-1D23-7419-7C088C1347B1}"/>
                </a:ext>
              </a:extLst>
            </p:cNvPr>
            <p:cNvSpPr txBox="1"/>
            <p:nvPr/>
          </p:nvSpPr>
          <p:spPr>
            <a:xfrm>
              <a:off x="8178124" y="728070"/>
              <a:ext cx="2439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Cambria" panose="02040503050406030204" pitchFamily="18" charset="0"/>
                </a:rPr>
                <a:t>-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98C11B79-B515-B554-DBE4-5E9769E3EBBE}"/>
                    </a:ext>
                  </a:extLst>
                </p:cNvPr>
                <p:cNvSpPr txBox="1"/>
                <p:nvPr/>
              </p:nvSpPr>
              <p:spPr>
                <a:xfrm>
                  <a:off x="7583364" y="402093"/>
                  <a:ext cx="109902" cy="18986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sz="11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98C11B79-B515-B554-DBE4-5E9769E3EB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3364" y="402093"/>
                  <a:ext cx="109902" cy="189860"/>
                </a:xfrm>
                <a:prstGeom prst="rect">
                  <a:avLst/>
                </a:prstGeom>
                <a:blipFill>
                  <a:blip r:embed="rId31"/>
                  <a:stretch>
                    <a:fillRect l="-33333" t="-37500" r="-22222"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6148842E-9843-5D91-81F9-541A50343992}"/>
                </a:ext>
              </a:extLst>
            </p:cNvPr>
            <p:cNvCxnSpPr>
              <a:cxnSpLocks/>
            </p:cNvCxnSpPr>
            <p:nvPr/>
          </p:nvCxnSpPr>
          <p:spPr>
            <a:xfrm>
              <a:off x="7263065" y="744265"/>
              <a:ext cx="431354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023DD25B-868D-2EE2-2856-C05A27476490}"/>
                </a:ext>
              </a:extLst>
            </p:cNvPr>
            <p:cNvCxnSpPr>
              <a:cxnSpLocks/>
              <a:endCxn id="156" idx="2"/>
            </p:cNvCxnSpPr>
            <p:nvPr/>
          </p:nvCxnSpPr>
          <p:spPr>
            <a:xfrm>
              <a:off x="7693266" y="744265"/>
              <a:ext cx="175493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D4B0E6D6-2372-6C6B-ABD9-EC3A4419B249}"/>
                    </a:ext>
                  </a:extLst>
                </p:cNvPr>
                <p:cNvSpPr txBox="1"/>
                <p:nvPr/>
              </p:nvSpPr>
              <p:spPr>
                <a:xfrm>
                  <a:off x="7971366" y="851518"/>
                  <a:ext cx="121508" cy="189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sz="110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D4B0E6D6-2372-6C6B-ABD9-EC3A4419B2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1366" y="851518"/>
                  <a:ext cx="121508" cy="189860"/>
                </a:xfrm>
                <a:prstGeom prst="rect">
                  <a:avLst/>
                </a:prstGeom>
                <a:blipFill>
                  <a:blip r:embed="rId32"/>
                  <a:stretch>
                    <a:fillRect l="-27273" r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45B57B44-D5BF-A4C9-754B-75208E11F26C}"/>
                </a:ext>
              </a:extLst>
            </p:cNvPr>
            <p:cNvSpPr txBox="1"/>
            <p:nvPr/>
          </p:nvSpPr>
          <p:spPr>
            <a:xfrm>
              <a:off x="7655379" y="728071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Cambria" panose="02040503050406030204" pitchFamily="18" charset="0"/>
                </a:rPr>
                <a:t>+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TextBox 163">
                  <a:extLst>
                    <a:ext uri="{FF2B5EF4-FFF2-40B4-BE49-F238E27FC236}">
                      <a16:creationId xmlns:a16="http://schemas.microsoft.com/office/drawing/2014/main" id="{456CD107-DEB3-E0CD-5204-7443713DE2A7}"/>
                    </a:ext>
                  </a:extLst>
                </p:cNvPr>
                <p:cNvSpPr txBox="1"/>
                <p:nvPr/>
              </p:nvSpPr>
              <p:spPr>
                <a:xfrm>
                  <a:off x="7816236" y="450181"/>
                  <a:ext cx="494814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sz="11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CA" sz="11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CA" sz="11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CA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1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CA" sz="11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164" name="TextBox 163">
                  <a:extLst>
                    <a:ext uri="{FF2B5EF4-FFF2-40B4-BE49-F238E27FC236}">
                      <a16:creationId xmlns:a16="http://schemas.microsoft.com/office/drawing/2014/main" id="{456CD107-DEB3-E0CD-5204-7443713DE2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6236" y="450181"/>
                  <a:ext cx="494814" cy="169277"/>
                </a:xfrm>
                <a:prstGeom prst="rect">
                  <a:avLst/>
                </a:prstGeom>
                <a:blipFill>
                  <a:blip r:embed="rId33"/>
                  <a:stretch>
                    <a:fillRect l="-7500" r="-2500" b="-2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5FE1ADF7-8197-61F1-CAC9-72B269DE6170}"/>
              </a:ext>
            </a:extLst>
          </p:cNvPr>
          <p:cNvGrpSpPr/>
          <p:nvPr/>
        </p:nvGrpSpPr>
        <p:grpSpPr>
          <a:xfrm>
            <a:off x="9242763" y="395815"/>
            <a:ext cx="1397048" cy="639285"/>
            <a:chOff x="9242763" y="395815"/>
            <a:chExt cx="1397048" cy="639285"/>
          </a:xfrm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94F8D334-25BC-B645-DDDC-6B40CD169847}"/>
                </a:ext>
              </a:extLst>
            </p:cNvPr>
            <p:cNvSpPr/>
            <p:nvPr/>
          </p:nvSpPr>
          <p:spPr>
            <a:xfrm rot="16200000" flipV="1">
              <a:off x="9968206" y="557988"/>
              <a:ext cx="120502" cy="36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8E9527AA-0D5B-341C-B9ED-DFD3749DC171}"/>
                </a:ext>
              </a:extLst>
            </p:cNvPr>
            <p:cNvCxnSpPr>
              <a:cxnSpLocks/>
            </p:cNvCxnSpPr>
            <p:nvPr/>
          </p:nvCxnSpPr>
          <p:spPr>
            <a:xfrm>
              <a:off x="10208457" y="737987"/>
              <a:ext cx="43135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5885DEAF-28D5-1D4C-6E77-419E1312EB33}"/>
                </a:ext>
              </a:extLst>
            </p:cNvPr>
            <p:cNvSpPr txBox="1"/>
            <p:nvPr/>
          </p:nvSpPr>
          <p:spPr>
            <a:xfrm>
              <a:off x="10157822" y="721792"/>
              <a:ext cx="2439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Cambria" panose="02040503050406030204" pitchFamily="18" charset="0"/>
                </a:rPr>
                <a:t>-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AA628347-EFCF-58CA-2E94-971D50812199}"/>
                    </a:ext>
                  </a:extLst>
                </p:cNvPr>
                <p:cNvSpPr txBox="1"/>
                <p:nvPr/>
              </p:nvSpPr>
              <p:spPr>
                <a:xfrm>
                  <a:off x="9563062" y="395815"/>
                  <a:ext cx="109902" cy="18986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sz="11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AA628347-EFCF-58CA-2E94-971D508121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3062" y="395815"/>
                  <a:ext cx="109902" cy="189860"/>
                </a:xfrm>
                <a:prstGeom prst="rect">
                  <a:avLst/>
                </a:prstGeom>
                <a:blipFill>
                  <a:blip r:embed="rId34"/>
                  <a:stretch>
                    <a:fillRect l="-33333" t="-43750" r="-11111"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0C3AD80B-256A-314D-3C58-EB1DCDE94C2A}"/>
                </a:ext>
              </a:extLst>
            </p:cNvPr>
            <p:cNvCxnSpPr>
              <a:cxnSpLocks/>
            </p:cNvCxnSpPr>
            <p:nvPr/>
          </p:nvCxnSpPr>
          <p:spPr>
            <a:xfrm>
              <a:off x="9242763" y="737987"/>
              <a:ext cx="431354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58544B62-A599-6F75-3E1C-44C5366EEB99}"/>
                </a:ext>
              </a:extLst>
            </p:cNvPr>
            <p:cNvCxnSpPr>
              <a:cxnSpLocks/>
              <a:endCxn id="165" idx="2"/>
            </p:cNvCxnSpPr>
            <p:nvPr/>
          </p:nvCxnSpPr>
          <p:spPr>
            <a:xfrm>
              <a:off x="9672964" y="737987"/>
              <a:ext cx="175493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88B2A96C-4A70-E3C0-DD7B-78BF908BB843}"/>
                    </a:ext>
                  </a:extLst>
                </p:cNvPr>
                <p:cNvSpPr txBox="1"/>
                <p:nvPr/>
              </p:nvSpPr>
              <p:spPr>
                <a:xfrm>
                  <a:off x="9951064" y="845240"/>
                  <a:ext cx="121508" cy="1898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sz="110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88B2A96C-4A70-E3C0-DD7B-78BF908BB8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51064" y="845240"/>
                  <a:ext cx="121508" cy="189860"/>
                </a:xfrm>
                <a:prstGeom prst="rect">
                  <a:avLst/>
                </a:prstGeom>
                <a:blipFill>
                  <a:blip r:embed="rId35"/>
                  <a:stretch>
                    <a:fillRect l="-30000" r="-30000"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0C94212B-2825-B1BA-8B85-5A252E680418}"/>
                </a:ext>
              </a:extLst>
            </p:cNvPr>
            <p:cNvSpPr txBox="1"/>
            <p:nvPr/>
          </p:nvSpPr>
          <p:spPr>
            <a:xfrm>
              <a:off x="9635077" y="721793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Cambria" panose="02040503050406030204" pitchFamily="18" charset="0"/>
                </a:rPr>
                <a:t>+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" name="TextBox 172">
                  <a:extLst>
                    <a:ext uri="{FF2B5EF4-FFF2-40B4-BE49-F238E27FC236}">
                      <a16:creationId xmlns:a16="http://schemas.microsoft.com/office/drawing/2014/main" id="{EA8E3BEA-6513-E26C-F17F-3736F167843A}"/>
                    </a:ext>
                  </a:extLst>
                </p:cNvPr>
                <p:cNvSpPr txBox="1"/>
                <p:nvPr/>
              </p:nvSpPr>
              <p:spPr>
                <a:xfrm>
                  <a:off x="9795934" y="443903"/>
                  <a:ext cx="502958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sz="11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CA" sz="11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CA" sz="11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CA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1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CA" sz="11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173" name="TextBox 172">
                  <a:extLst>
                    <a:ext uri="{FF2B5EF4-FFF2-40B4-BE49-F238E27FC236}">
                      <a16:creationId xmlns:a16="http://schemas.microsoft.com/office/drawing/2014/main" id="{EA8E3BEA-6513-E26C-F17F-3736F16784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5934" y="443903"/>
                  <a:ext cx="502958" cy="169277"/>
                </a:xfrm>
                <a:prstGeom prst="rect">
                  <a:avLst/>
                </a:prstGeom>
                <a:blipFill>
                  <a:blip r:embed="rId36"/>
                  <a:stretch>
                    <a:fillRect l="-7500" r="-2500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E03DF0A7-7C66-F149-8A97-F21C9F45FCB9}"/>
              </a:ext>
            </a:extLst>
          </p:cNvPr>
          <p:cNvGrpSpPr/>
          <p:nvPr/>
        </p:nvGrpSpPr>
        <p:grpSpPr>
          <a:xfrm>
            <a:off x="7439464" y="1274084"/>
            <a:ext cx="1350292" cy="650371"/>
            <a:chOff x="7499001" y="1274084"/>
            <a:chExt cx="1350292" cy="650371"/>
          </a:xfrm>
        </p:grpSpPr>
        <p:cxnSp>
          <p:nvCxnSpPr>
            <p:cNvPr id="174" name="Straight Arrow Connector 173">
              <a:extLst>
                <a:ext uri="{FF2B5EF4-FFF2-40B4-BE49-F238E27FC236}">
                  <a16:creationId xmlns:a16="http://schemas.microsoft.com/office/drawing/2014/main" id="{1CD7CF66-931F-58FB-A61B-4F71647A9B38}"/>
                </a:ext>
              </a:extLst>
            </p:cNvPr>
            <p:cNvCxnSpPr>
              <a:cxnSpLocks/>
            </p:cNvCxnSpPr>
            <p:nvPr/>
          </p:nvCxnSpPr>
          <p:spPr>
            <a:xfrm>
              <a:off x="7531204" y="1702984"/>
              <a:ext cx="103231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C09AC0D8-5A14-0B25-8361-D21586716E4B}"/>
                </a:ext>
              </a:extLst>
            </p:cNvPr>
            <p:cNvCxnSpPr>
              <a:cxnSpLocks/>
            </p:cNvCxnSpPr>
            <p:nvPr/>
          </p:nvCxnSpPr>
          <p:spPr>
            <a:xfrm rot="-1200000">
              <a:off x="7499001" y="1506435"/>
              <a:ext cx="109951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Arrow Connector 175">
              <a:extLst>
                <a:ext uri="{FF2B5EF4-FFF2-40B4-BE49-F238E27FC236}">
                  <a16:creationId xmlns:a16="http://schemas.microsoft.com/office/drawing/2014/main" id="{2BF3F981-50A0-9DF6-4E29-64D1DF5652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64669" y="1318407"/>
              <a:ext cx="0" cy="39094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03F8185C-E840-A83C-D0E8-7BC4A75334D3}"/>
                    </a:ext>
                  </a:extLst>
                </p:cNvPr>
                <p:cNvSpPr txBox="1"/>
                <p:nvPr/>
              </p:nvSpPr>
              <p:spPr>
                <a:xfrm>
                  <a:off x="8254902" y="1730167"/>
                  <a:ext cx="122726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sz="11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03F8185C-E840-A83C-D0E8-7BC4A75334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54902" y="1730167"/>
                  <a:ext cx="122726" cy="169277"/>
                </a:xfrm>
                <a:prstGeom prst="rect">
                  <a:avLst/>
                </a:prstGeom>
                <a:blipFill>
                  <a:blip r:embed="rId37"/>
                  <a:stretch>
                    <a:fillRect l="-27273" r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3DFDC510-BA5F-0A7A-2BB3-52A4FEA5C801}"/>
                    </a:ext>
                  </a:extLst>
                </p:cNvPr>
                <p:cNvSpPr txBox="1"/>
                <p:nvPr/>
              </p:nvSpPr>
              <p:spPr>
                <a:xfrm>
                  <a:off x="8616858" y="1414097"/>
                  <a:ext cx="232435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sz="11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CA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1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CA" sz="11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3DFDC510-BA5F-0A7A-2BB3-52A4FEA5C8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6858" y="1414097"/>
                  <a:ext cx="232435" cy="169277"/>
                </a:xfrm>
                <a:prstGeom prst="rect">
                  <a:avLst/>
                </a:prstGeom>
                <a:blipFill>
                  <a:blip r:embed="rId38"/>
                  <a:stretch>
                    <a:fillRect l="-15000" r="-5000" b="-2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3" name="Arc 182">
              <a:extLst>
                <a:ext uri="{FF2B5EF4-FFF2-40B4-BE49-F238E27FC236}">
                  <a16:creationId xmlns:a16="http://schemas.microsoft.com/office/drawing/2014/main" id="{6B59A25C-C6AA-3C78-06E8-56B7C5694CC0}"/>
                </a:ext>
              </a:extLst>
            </p:cNvPr>
            <p:cNvSpPr/>
            <p:nvPr/>
          </p:nvSpPr>
          <p:spPr>
            <a:xfrm>
              <a:off x="7632954" y="1479226"/>
              <a:ext cx="299041" cy="445229"/>
            </a:xfrm>
            <a:prstGeom prst="arc">
              <a:avLst>
                <a:gd name="adj1" fmla="val 18533273"/>
                <a:gd name="adj2" fmla="val 0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TextBox 183">
                  <a:extLst>
                    <a:ext uri="{FF2B5EF4-FFF2-40B4-BE49-F238E27FC236}">
                      <a16:creationId xmlns:a16="http://schemas.microsoft.com/office/drawing/2014/main" id="{58404B46-367C-05FB-A683-ED27453F4148}"/>
                    </a:ext>
                  </a:extLst>
                </p:cNvPr>
                <p:cNvSpPr txBox="1"/>
                <p:nvPr/>
              </p:nvSpPr>
              <p:spPr>
                <a:xfrm>
                  <a:off x="8098222" y="1479226"/>
                  <a:ext cx="177741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CA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4" name="TextBox 183">
                  <a:extLst>
                    <a:ext uri="{FF2B5EF4-FFF2-40B4-BE49-F238E27FC236}">
                      <a16:creationId xmlns:a16="http://schemas.microsoft.com/office/drawing/2014/main" id="{58404B46-367C-05FB-A683-ED27453F41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8222" y="1479226"/>
                  <a:ext cx="177741" cy="184666"/>
                </a:xfrm>
                <a:prstGeom prst="rect">
                  <a:avLst/>
                </a:prstGeom>
                <a:blipFill>
                  <a:blip r:embed="rId39"/>
                  <a:stretch>
                    <a:fillRect l="-26667"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4EAD28BC-81CB-87D4-17E5-F4B19695822E}"/>
                    </a:ext>
                  </a:extLst>
                </p:cNvPr>
                <p:cNvSpPr txBox="1"/>
                <p:nvPr/>
              </p:nvSpPr>
              <p:spPr>
                <a:xfrm>
                  <a:off x="7926033" y="1274084"/>
                  <a:ext cx="115673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sz="11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4EAD28BC-81CB-87D4-17E5-F4B1969582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6033" y="1274084"/>
                  <a:ext cx="115673" cy="169277"/>
                </a:xfrm>
                <a:prstGeom prst="rect">
                  <a:avLst/>
                </a:prstGeom>
                <a:blipFill>
                  <a:blip r:embed="rId40"/>
                  <a:stretch>
                    <a:fillRect l="-30000" r="-20000"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C7F0B2B0-74C5-86B8-E5B9-2BBA489B751D}"/>
              </a:ext>
            </a:extLst>
          </p:cNvPr>
          <p:cNvGrpSpPr/>
          <p:nvPr/>
        </p:nvGrpSpPr>
        <p:grpSpPr>
          <a:xfrm>
            <a:off x="7433793" y="3717637"/>
            <a:ext cx="1246995" cy="650371"/>
            <a:chOff x="7499001" y="1274084"/>
            <a:chExt cx="1246995" cy="650371"/>
          </a:xfrm>
        </p:grpSpPr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C83D7F92-8314-95BE-F98F-CDA705E6156D}"/>
                </a:ext>
              </a:extLst>
            </p:cNvPr>
            <p:cNvCxnSpPr>
              <a:cxnSpLocks/>
            </p:cNvCxnSpPr>
            <p:nvPr/>
          </p:nvCxnSpPr>
          <p:spPr>
            <a:xfrm>
              <a:off x="7531204" y="1702984"/>
              <a:ext cx="103231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Arrow Connector 195">
              <a:extLst>
                <a:ext uri="{FF2B5EF4-FFF2-40B4-BE49-F238E27FC236}">
                  <a16:creationId xmlns:a16="http://schemas.microsoft.com/office/drawing/2014/main" id="{EFFF5DD1-7797-002C-BBDD-D69572B76F95}"/>
                </a:ext>
              </a:extLst>
            </p:cNvPr>
            <p:cNvCxnSpPr>
              <a:cxnSpLocks/>
            </p:cNvCxnSpPr>
            <p:nvPr/>
          </p:nvCxnSpPr>
          <p:spPr>
            <a:xfrm rot="-1200000">
              <a:off x="7499001" y="1506435"/>
              <a:ext cx="109951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Arrow Connector 196">
              <a:extLst>
                <a:ext uri="{FF2B5EF4-FFF2-40B4-BE49-F238E27FC236}">
                  <a16:creationId xmlns:a16="http://schemas.microsoft.com/office/drawing/2014/main" id="{14EEF5D0-DB6F-058D-7D5F-07E056D0AE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64669" y="1318407"/>
              <a:ext cx="0" cy="39094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A2753F3C-A327-B0E8-F3F5-02752A64E1B0}"/>
                    </a:ext>
                  </a:extLst>
                </p:cNvPr>
                <p:cNvSpPr txBox="1"/>
                <p:nvPr/>
              </p:nvSpPr>
              <p:spPr>
                <a:xfrm>
                  <a:off x="8254902" y="1730167"/>
                  <a:ext cx="120481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sz="11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A2753F3C-A327-B0E8-F3F5-02752A64E1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54902" y="1730167"/>
                  <a:ext cx="120481" cy="169277"/>
                </a:xfrm>
                <a:prstGeom prst="rect">
                  <a:avLst/>
                </a:prstGeom>
                <a:blipFill>
                  <a:blip r:embed="rId41"/>
                  <a:stretch>
                    <a:fillRect l="-18182" r="-18182"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A8FDDB2E-E956-146A-48AC-A95401218BB4}"/>
                    </a:ext>
                  </a:extLst>
                </p:cNvPr>
                <p:cNvSpPr txBox="1"/>
                <p:nvPr/>
              </p:nvSpPr>
              <p:spPr>
                <a:xfrm>
                  <a:off x="8616858" y="1414097"/>
                  <a:ext cx="129138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sz="11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A8FDDB2E-E956-146A-48AC-A95401218B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6858" y="1414097"/>
                  <a:ext cx="129138" cy="169277"/>
                </a:xfrm>
                <a:prstGeom prst="rect">
                  <a:avLst/>
                </a:prstGeom>
                <a:blipFill>
                  <a:blip r:embed="rId42"/>
                  <a:stretch>
                    <a:fillRect l="-36364" r="-27273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0" name="Arc 199">
              <a:extLst>
                <a:ext uri="{FF2B5EF4-FFF2-40B4-BE49-F238E27FC236}">
                  <a16:creationId xmlns:a16="http://schemas.microsoft.com/office/drawing/2014/main" id="{A9EDE8F0-C510-9112-2225-C09D4E8D6664}"/>
                </a:ext>
              </a:extLst>
            </p:cNvPr>
            <p:cNvSpPr/>
            <p:nvPr/>
          </p:nvSpPr>
          <p:spPr>
            <a:xfrm>
              <a:off x="7632954" y="1479226"/>
              <a:ext cx="299041" cy="445229"/>
            </a:xfrm>
            <a:prstGeom prst="arc">
              <a:avLst>
                <a:gd name="adj1" fmla="val 18533273"/>
                <a:gd name="adj2" fmla="val 0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2417DDAA-43B5-9C60-2DE1-9FCE8C04AB6C}"/>
                    </a:ext>
                  </a:extLst>
                </p:cNvPr>
                <p:cNvSpPr txBox="1"/>
                <p:nvPr/>
              </p:nvSpPr>
              <p:spPr>
                <a:xfrm>
                  <a:off x="7978952" y="1506516"/>
                  <a:ext cx="412229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CA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CA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CA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CA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2417DDAA-43B5-9C60-2DE1-9FCE8C04AB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8952" y="1506516"/>
                  <a:ext cx="412229" cy="153888"/>
                </a:xfrm>
                <a:prstGeom prst="rect">
                  <a:avLst/>
                </a:prstGeom>
                <a:blipFill>
                  <a:blip r:embed="rId43"/>
                  <a:stretch>
                    <a:fillRect l="-9091" r="-3030" b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C83D93BA-83E2-83CD-F01F-871D346880AF}"/>
                    </a:ext>
                  </a:extLst>
                </p:cNvPr>
                <p:cNvSpPr txBox="1"/>
                <p:nvPr/>
              </p:nvSpPr>
              <p:spPr>
                <a:xfrm>
                  <a:off x="7933984" y="1274084"/>
                  <a:ext cx="106952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sz="11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C83D93BA-83E2-83CD-F01F-871D346880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3984" y="1274084"/>
                  <a:ext cx="106952" cy="169277"/>
                </a:xfrm>
                <a:prstGeom prst="rect">
                  <a:avLst/>
                </a:prstGeom>
                <a:blipFill>
                  <a:blip r:embed="rId44"/>
                  <a:stretch>
                    <a:fillRect l="-33333" r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6F81FE24-283A-4CFA-B2FF-291F543BE44C}"/>
              </a:ext>
            </a:extLst>
          </p:cNvPr>
          <p:cNvCxnSpPr>
            <a:cxnSpLocks/>
          </p:cNvCxnSpPr>
          <p:nvPr/>
        </p:nvCxnSpPr>
        <p:spPr>
          <a:xfrm flipV="1">
            <a:off x="9526555" y="1717708"/>
            <a:ext cx="103231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A87DB3A8-3055-8A6D-A0E4-36C3E0A6F432}"/>
              </a:ext>
            </a:extLst>
          </p:cNvPr>
          <p:cNvCxnSpPr>
            <a:cxnSpLocks/>
          </p:cNvCxnSpPr>
          <p:nvPr/>
        </p:nvCxnSpPr>
        <p:spPr>
          <a:xfrm rot="1200000" flipV="1">
            <a:off x="9494352" y="1914257"/>
            <a:ext cx="109951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1E1176DA-03B4-9410-E7D6-EA2F0CE7DC82}"/>
              </a:ext>
            </a:extLst>
          </p:cNvPr>
          <p:cNvCxnSpPr>
            <a:cxnSpLocks/>
          </p:cNvCxnSpPr>
          <p:nvPr/>
        </p:nvCxnSpPr>
        <p:spPr>
          <a:xfrm>
            <a:off x="10560020" y="1711341"/>
            <a:ext cx="0" cy="3909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3BFE8D90-01A7-DDC1-48F0-B64191D9098E}"/>
                  </a:ext>
                </a:extLst>
              </p:cNvPr>
              <p:cNvSpPr txBox="1"/>
              <p:nvPr/>
            </p:nvSpPr>
            <p:spPr>
              <a:xfrm>
                <a:off x="10250253" y="1521248"/>
                <a:ext cx="122726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1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3BFE8D90-01A7-DDC1-48F0-B64191D90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0253" y="1521248"/>
                <a:ext cx="122726" cy="169277"/>
              </a:xfrm>
              <a:prstGeom prst="rect">
                <a:avLst/>
              </a:prstGeom>
              <a:blipFill>
                <a:blip r:embed="rId45"/>
                <a:stretch>
                  <a:fillRect l="-18182" r="-1818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5E1ABECF-89B4-1EDC-96A0-508131BCA89C}"/>
                  </a:ext>
                </a:extLst>
              </p:cNvPr>
              <p:cNvSpPr txBox="1"/>
              <p:nvPr/>
            </p:nvSpPr>
            <p:spPr>
              <a:xfrm>
                <a:off x="10612209" y="1837318"/>
                <a:ext cx="346377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1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CA" sz="1100" b="0" i="1" smtClean="0">
                          <a:latin typeface="Cambria Math" panose="020405030504060302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CA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1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CA" sz="11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5E1ABECF-89B4-1EDC-96A0-508131BCA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2209" y="1837318"/>
                <a:ext cx="346377" cy="169277"/>
              </a:xfrm>
              <a:prstGeom prst="rect">
                <a:avLst/>
              </a:prstGeom>
              <a:blipFill>
                <a:blip r:embed="rId46"/>
                <a:stretch>
                  <a:fillRect l="-3448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1" name="Arc 210">
            <a:extLst>
              <a:ext uri="{FF2B5EF4-FFF2-40B4-BE49-F238E27FC236}">
                <a16:creationId xmlns:a16="http://schemas.microsoft.com/office/drawing/2014/main" id="{9FC53775-AE87-38BE-441A-F97242E34947}"/>
              </a:ext>
            </a:extLst>
          </p:cNvPr>
          <p:cNvSpPr/>
          <p:nvPr/>
        </p:nvSpPr>
        <p:spPr>
          <a:xfrm flipV="1">
            <a:off x="9628305" y="1496237"/>
            <a:ext cx="299041" cy="445229"/>
          </a:xfrm>
          <a:prstGeom prst="arc">
            <a:avLst>
              <a:gd name="adj1" fmla="val 18533273"/>
              <a:gd name="adj2" fmla="val 0"/>
            </a:avLst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DAA2B89E-D9D0-7FFD-AAB1-FCF94054DC76}"/>
                  </a:ext>
                </a:extLst>
              </p:cNvPr>
              <p:cNvSpPr txBox="1"/>
              <p:nvPr/>
            </p:nvSpPr>
            <p:spPr>
              <a:xfrm>
                <a:off x="10093573" y="1756800"/>
                <a:ext cx="17774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CA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DAA2B89E-D9D0-7FFD-AAB1-FCF94054D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3573" y="1756800"/>
                <a:ext cx="177741" cy="184666"/>
              </a:xfrm>
              <a:prstGeom prst="rect">
                <a:avLst/>
              </a:prstGeom>
              <a:blipFill>
                <a:blip r:embed="rId47"/>
                <a:stretch>
                  <a:fillRect l="-13333" r="-6667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FF294F6-EA26-53A3-DE6E-B4FE96575A9A}"/>
                  </a:ext>
                </a:extLst>
              </p:cNvPr>
              <p:cNvSpPr txBox="1"/>
              <p:nvPr/>
            </p:nvSpPr>
            <p:spPr>
              <a:xfrm>
                <a:off x="9921384" y="1977331"/>
                <a:ext cx="115673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100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FF294F6-EA26-53A3-DE6E-B4FE96575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1384" y="1977331"/>
                <a:ext cx="115673" cy="169277"/>
              </a:xfrm>
              <a:prstGeom prst="rect">
                <a:avLst/>
              </a:prstGeom>
              <a:blipFill>
                <a:blip r:embed="rId40"/>
                <a:stretch>
                  <a:fillRect l="-30000" r="-20000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3" name="Group 222">
            <a:extLst>
              <a:ext uri="{FF2B5EF4-FFF2-40B4-BE49-F238E27FC236}">
                <a16:creationId xmlns:a16="http://schemas.microsoft.com/office/drawing/2014/main" id="{C1588F31-8FD8-C7F2-A77E-816AF4A9C074}"/>
              </a:ext>
            </a:extLst>
          </p:cNvPr>
          <p:cNvGrpSpPr/>
          <p:nvPr/>
        </p:nvGrpSpPr>
        <p:grpSpPr>
          <a:xfrm>
            <a:off x="9571229" y="3953800"/>
            <a:ext cx="1246995" cy="650371"/>
            <a:chOff x="9558945" y="3740261"/>
            <a:chExt cx="1246995" cy="650371"/>
          </a:xfrm>
        </p:grpSpPr>
        <p:cxnSp>
          <p:nvCxnSpPr>
            <p:cNvPr id="215" name="Straight Arrow Connector 214">
              <a:extLst>
                <a:ext uri="{FF2B5EF4-FFF2-40B4-BE49-F238E27FC236}">
                  <a16:creationId xmlns:a16="http://schemas.microsoft.com/office/drawing/2014/main" id="{7628272A-876D-7924-111F-F56D02F184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91148" y="3961732"/>
              <a:ext cx="103231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Arrow Connector 215">
              <a:extLst>
                <a:ext uri="{FF2B5EF4-FFF2-40B4-BE49-F238E27FC236}">
                  <a16:creationId xmlns:a16="http://schemas.microsoft.com/office/drawing/2014/main" id="{F7683471-3F86-1418-70CD-439118D6E03E}"/>
                </a:ext>
              </a:extLst>
            </p:cNvPr>
            <p:cNvCxnSpPr>
              <a:cxnSpLocks/>
            </p:cNvCxnSpPr>
            <p:nvPr/>
          </p:nvCxnSpPr>
          <p:spPr>
            <a:xfrm rot="1200000" flipV="1">
              <a:off x="9558945" y="4158281"/>
              <a:ext cx="109951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Arrow Connector 216">
              <a:extLst>
                <a:ext uri="{FF2B5EF4-FFF2-40B4-BE49-F238E27FC236}">
                  <a16:creationId xmlns:a16="http://schemas.microsoft.com/office/drawing/2014/main" id="{2FB0337F-E067-CF82-074D-752AD75BDE25}"/>
                </a:ext>
              </a:extLst>
            </p:cNvPr>
            <p:cNvCxnSpPr>
              <a:cxnSpLocks/>
            </p:cNvCxnSpPr>
            <p:nvPr/>
          </p:nvCxnSpPr>
          <p:spPr>
            <a:xfrm>
              <a:off x="10624613" y="3955365"/>
              <a:ext cx="0" cy="39094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8" name="TextBox 217">
                  <a:extLst>
                    <a:ext uri="{FF2B5EF4-FFF2-40B4-BE49-F238E27FC236}">
                      <a16:creationId xmlns:a16="http://schemas.microsoft.com/office/drawing/2014/main" id="{21E809C8-FB1E-4CEB-5593-1542F9BFE30B}"/>
                    </a:ext>
                  </a:extLst>
                </p:cNvPr>
                <p:cNvSpPr txBox="1"/>
                <p:nvPr/>
              </p:nvSpPr>
              <p:spPr>
                <a:xfrm>
                  <a:off x="10314846" y="3765272"/>
                  <a:ext cx="120481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sz="11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218" name="TextBox 217">
                  <a:extLst>
                    <a:ext uri="{FF2B5EF4-FFF2-40B4-BE49-F238E27FC236}">
                      <a16:creationId xmlns:a16="http://schemas.microsoft.com/office/drawing/2014/main" id="{21E809C8-FB1E-4CEB-5593-1542F9BFE3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14846" y="3765272"/>
                  <a:ext cx="120481" cy="169277"/>
                </a:xfrm>
                <a:prstGeom prst="rect">
                  <a:avLst/>
                </a:prstGeom>
                <a:blipFill>
                  <a:blip r:embed="rId48"/>
                  <a:stretch>
                    <a:fillRect l="-30000" r="-3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9" name="TextBox 218">
                  <a:extLst>
                    <a:ext uri="{FF2B5EF4-FFF2-40B4-BE49-F238E27FC236}">
                      <a16:creationId xmlns:a16="http://schemas.microsoft.com/office/drawing/2014/main" id="{EA9215BD-43FB-716E-ECB2-4B22AF135439}"/>
                    </a:ext>
                  </a:extLst>
                </p:cNvPr>
                <p:cNvSpPr txBox="1"/>
                <p:nvPr/>
              </p:nvSpPr>
              <p:spPr>
                <a:xfrm>
                  <a:off x="10676802" y="4081342"/>
                  <a:ext cx="129138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sz="11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219" name="TextBox 218">
                  <a:extLst>
                    <a:ext uri="{FF2B5EF4-FFF2-40B4-BE49-F238E27FC236}">
                      <a16:creationId xmlns:a16="http://schemas.microsoft.com/office/drawing/2014/main" id="{EA9215BD-43FB-716E-ECB2-4B22AF1354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76802" y="4081342"/>
                  <a:ext cx="129138" cy="169277"/>
                </a:xfrm>
                <a:prstGeom prst="rect">
                  <a:avLst/>
                </a:prstGeom>
                <a:blipFill>
                  <a:blip r:embed="rId49"/>
                  <a:stretch>
                    <a:fillRect l="-25000" r="-16667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0" name="Arc 219">
              <a:extLst>
                <a:ext uri="{FF2B5EF4-FFF2-40B4-BE49-F238E27FC236}">
                  <a16:creationId xmlns:a16="http://schemas.microsoft.com/office/drawing/2014/main" id="{9FC5A33F-31CC-1CCB-4B95-00FD9C41047E}"/>
                </a:ext>
              </a:extLst>
            </p:cNvPr>
            <p:cNvSpPr/>
            <p:nvPr/>
          </p:nvSpPr>
          <p:spPr>
            <a:xfrm flipV="1">
              <a:off x="9692898" y="3740261"/>
              <a:ext cx="299041" cy="445229"/>
            </a:xfrm>
            <a:prstGeom prst="arc">
              <a:avLst>
                <a:gd name="adj1" fmla="val 18533273"/>
                <a:gd name="adj2" fmla="val 0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TextBox 220">
                  <a:extLst>
                    <a:ext uri="{FF2B5EF4-FFF2-40B4-BE49-F238E27FC236}">
                      <a16:creationId xmlns:a16="http://schemas.microsoft.com/office/drawing/2014/main" id="{351131B5-A8AA-7B0E-068D-AED23D1879B7}"/>
                    </a:ext>
                  </a:extLst>
                </p:cNvPr>
                <p:cNvSpPr txBox="1"/>
                <p:nvPr/>
              </p:nvSpPr>
              <p:spPr>
                <a:xfrm>
                  <a:off x="10038896" y="4004312"/>
                  <a:ext cx="412229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CA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CA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CA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CA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1" name="TextBox 220">
                  <a:extLst>
                    <a:ext uri="{FF2B5EF4-FFF2-40B4-BE49-F238E27FC236}">
                      <a16:creationId xmlns:a16="http://schemas.microsoft.com/office/drawing/2014/main" id="{351131B5-A8AA-7B0E-068D-AED23D1879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38896" y="4004312"/>
                  <a:ext cx="412229" cy="153888"/>
                </a:xfrm>
                <a:prstGeom prst="rect">
                  <a:avLst/>
                </a:prstGeom>
                <a:blipFill>
                  <a:blip r:embed="rId50"/>
                  <a:stretch>
                    <a:fillRect l="-9091" r="-3030" b="-153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2" name="TextBox 221">
                  <a:extLst>
                    <a:ext uri="{FF2B5EF4-FFF2-40B4-BE49-F238E27FC236}">
                      <a16:creationId xmlns:a16="http://schemas.microsoft.com/office/drawing/2014/main" id="{79ED1B28-A68C-BF30-C555-250B20007B76}"/>
                    </a:ext>
                  </a:extLst>
                </p:cNvPr>
                <p:cNvSpPr txBox="1"/>
                <p:nvPr/>
              </p:nvSpPr>
              <p:spPr>
                <a:xfrm>
                  <a:off x="9993928" y="4221355"/>
                  <a:ext cx="106952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sz="11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222" name="TextBox 221">
                  <a:extLst>
                    <a:ext uri="{FF2B5EF4-FFF2-40B4-BE49-F238E27FC236}">
                      <a16:creationId xmlns:a16="http://schemas.microsoft.com/office/drawing/2014/main" id="{79ED1B28-A68C-BF30-C555-250B20007B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93928" y="4221355"/>
                  <a:ext cx="106952" cy="169277"/>
                </a:xfrm>
                <a:prstGeom prst="rect">
                  <a:avLst/>
                </a:prstGeom>
                <a:blipFill>
                  <a:blip r:embed="rId51"/>
                  <a:stretch>
                    <a:fillRect l="-20000" r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03027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roup 408">
            <a:extLst>
              <a:ext uri="{FF2B5EF4-FFF2-40B4-BE49-F238E27FC236}">
                <a16:creationId xmlns:a16="http://schemas.microsoft.com/office/drawing/2014/main" id="{82328074-511F-FC9F-3713-FA06F0BC6A97}"/>
              </a:ext>
            </a:extLst>
          </p:cNvPr>
          <p:cNvGrpSpPr/>
          <p:nvPr/>
        </p:nvGrpSpPr>
        <p:grpSpPr>
          <a:xfrm rot="10800000">
            <a:off x="5429565" y="2909666"/>
            <a:ext cx="180000" cy="880231"/>
            <a:chOff x="4404144" y="1368001"/>
            <a:chExt cx="180000" cy="880231"/>
          </a:xfrm>
        </p:grpSpPr>
        <p:grpSp>
          <p:nvGrpSpPr>
            <p:cNvPr id="410" name="Group 409">
              <a:extLst>
                <a:ext uri="{FF2B5EF4-FFF2-40B4-BE49-F238E27FC236}">
                  <a16:creationId xmlns:a16="http://schemas.microsoft.com/office/drawing/2014/main" id="{28BCA602-2B78-DFC9-AD62-49D083FF9C14}"/>
                </a:ext>
              </a:extLst>
            </p:cNvPr>
            <p:cNvGrpSpPr/>
            <p:nvPr/>
          </p:nvGrpSpPr>
          <p:grpSpPr>
            <a:xfrm rot="5400000">
              <a:off x="4216665" y="1715757"/>
              <a:ext cx="554957" cy="180000"/>
              <a:chOff x="2224309" y="1762688"/>
              <a:chExt cx="554957" cy="180000"/>
            </a:xfrm>
          </p:grpSpPr>
          <p:grpSp>
            <p:nvGrpSpPr>
              <p:cNvPr id="413" name="Group 412">
                <a:extLst>
                  <a:ext uri="{FF2B5EF4-FFF2-40B4-BE49-F238E27FC236}">
                    <a16:creationId xmlns:a16="http://schemas.microsoft.com/office/drawing/2014/main" id="{4D0AB4B9-E176-F1C3-9F3E-5647A17A3BC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224309" y="1762688"/>
                <a:ext cx="180000" cy="180000"/>
                <a:chOff x="708025" y="1311275"/>
                <a:chExt cx="914400" cy="914400"/>
              </a:xfrm>
            </p:grpSpPr>
            <p:sp>
              <p:nvSpPr>
                <p:cNvPr id="420" name="Arc 419">
                  <a:extLst>
                    <a:ext uri="{FF2B5EF4-FFF2-40B4-BE49-F238E27FC236}">
                      <a16:creationId xmlns:a16="http://schemas.microsoft.com/office/drawing/2014/main" id="{A117B85C-18F3-4811-6AB3-038B4A79C10C}"/>
                    </a:ext>
                  </a:extLst>
                </p:cNvPr>
                <p:cNvSpPr/>
                <p:nvPr/>
              </p:nvSpPr>
              <p:spPr>
                <a:xfrm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421" name="Arc 420">
                  <a:extLst>
                    <a:ext uri="{FF2B5EF4-FFF2-40B4-BE49-F238E27FC236}">
                      <a16:creationId xmlns:a16="http://schemas.microsoft.com/office/drawing/2014/main" id="{51D5506B-07F4-4EFC-C568-14299151F72C}"/>
                    </a:ext>
                  </a:extLst>
                </p:cNvPr>
                <p:cNvSpPr/>
                <p:nvPr/>
              </p:nvSpPr>
              <p:spPr>
                <a:xfrm flipH="1"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</p:grpSp>
          <p:grpSp>
            <p:nvGrpSpPr>
              <p:cNvPr id="414" name="Group 413">
                <a:extLst>
                  <a:ext uri="{FF2B5EF4-FFF2-40B4-BE49-F238E27FC236}">
                    <a16:creationId xmlns:a16="http://schemas.microsoft.com/office/drawing/2014/main" id="{24C0FFB2-92A6-98A5-8683-4C0A8489196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410137" y="1762688"/>
                <a:ext cx="180000" cy="180000"/>
                <a:chOff x="708025" y="1311275"/>
                <a:chExt cx="914400" cy="914400"/>
              </a:xfrm>
            </p:grpSpPr>
            <p:sp>
              <p:nvSpPr>
                <p:cNvPr id="418" name="Arc 417">
                  <a:extLst>
                    <a:ext uri="{FF2B5EF4-FFF2-40B4-BE49-F238E27FC236}">
                      <a16:creationId xmlns:a16="http://schemas.microsoft.com/office/drawing/2014/main" id="{D408FD6E-7673-1DF8-5132-72BD42430961}"/>
                    </a:ext>
                  </a:extLst>
                </p:cNvPr>
                <p:cNvSpPr/>
                <p:nvPr/>
              </p:nvSpPr>
              <p:spPr>
                <a:xfrm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419" name="Arc 418">
                  <a:extLst>
                    <a:ext uri="{FF2B5EF4-FFF2-40B4-BE49-F238E27FC236}">
                      <a16:creationId xmlns:a16="http://schemas.microsoft.com/office/drawing/2014/main" id="{26C22A1D-E1CA-CFDE-1FFD-8E4E6BCB709E}"/>
                    </a:ext>
                  </a:extLst>
                </p:cNvPr>
                <p:cNvSpPr/>
                <p:nvPr/>
              </p:nvSpPr>
              <p:spPr>
                <a:xfrm flipH="1"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</p:grpSp>
          <p:grpSp>
            <p:nvGrpSpPr>
              <p:cNvPr id="415" name="Group 414">
                <a:extLst>
                  <a:ext uri="{FF2B5EF4-FFF2-40B4-BE49-F238E27FC236}">
                    <a16:creationId xmlns:a16="http://schemas.microsoft.com/office/drawing/2014/main" id="{D83F1291-D64B-57CA-53A2-FFC962DD784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599266" y="1762688"/>
                <a:ext cx="180000" cy="180000"/>
                <a:chOff x="708025" y="1311275"/>
                <a:chExt cx="914400" cy="914400"/>
              </a:xfrm>
            </p:grpSpPr>
            <p:sp>
              <p:nvSpPr>
                <p:cNvPr id="416" name="Arc 415">
                  <a:extLst>
                    <a:ext uri="{FF2B5EF4-FFF2-40B4-BE49-F238E27FC236}">
                      <a16:creationId xmlns:a16="http://schemas.microsoft.com/office/drawing/2014/main" id="{EE8A5E48-9C2D-48CA-C11C-FB78A035E8A6}"/>
                    </a:ext>
                  </a:extLst>
                </p:cNvPr>
                <p:cNvSpPr/>
                <p:nvPr/>
              </p:nvSpPr>
              <p:spPr>
                <a:xfrm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417" name="Arc 416">
                  <a:extLst>
                    <a:ext uri="{FF2B5EF4-FFF2-40B4-BE49-F238E27FC236}">
                      <a16:creationId xmlns:a16="http://schemas.microsoft.com/office/drawing/2014/main" id="{1A77380F-2838-F44E-AB9C-8CEF05B18DEF}"/>
                    </a:ext>
                  </a:extLst>
                </p:cNvPr>
                <p:cNvSpPr/>
                <p:nvPr/>
              </p:nvSpPr>
              <p:spPr>
                <a:xfrm flipH="1"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</p:grpSp>
        </p:grpSp>
        <p:cxnSp>
          <p:nvCxnSpPr>
            <p:cNvPr id="411" name="Straight Connector 410">
              <a:extLst>
                <a:ext uri="{FF2B5EF4-FFF2-40B4-BE49-F238E27FC236}">
                  <a16:creationId xmlns:a16="http://schemas.microsoft.com/office/drawing/2014/main" id="{2A61F606-38AA-0E90-A44C-722A694D88D4}"/>
                </a:ext>
              </a:extLst>
            </p:cNvPr>
            <p:cNvCxnSpPr/>
            <p:nvPr/>
          </p:nvCxnSpPr>
          <p:spPr>
            <a:xfrm flipV="1">
              <a:off x="4486940" y="1368001"/>
              <a:ext cx="0" cy="1703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832B6FB0-8D4F-20AD-487F-7F595976B504}"/>
                </a:ext>
              </a:extLst>
            </p:cNvPr>
            <p:cNvCxnSpPr>
              <a:cxnSpLocks/>
            </p:cNvCxnSpPr>
            <p:nvPr/>
          </p:nvCxnSpPr>
          <p:spPr>
            <a:xfrm>
              <a:off x="4486940" y="2070137"/>
              <a:ext cx="0" cy="17809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4CDAC11-DECB-B113-D4E8-9123A847ADC0}"/>
              </a:ext>
            </a:extLst>
          </p:cNvPr>
          <p:cNvCxnSpPr>
            <a:cxnSpLocks/>
          </p:cNvCxnSpPr>
          <p:nvPr/>
        </p:nvCxnSpPr>
        <p:spPr>
          <a:xfrm>
            <a:off x="2450123" y="1358009"/>
            <a:ext cx="2386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AADB57D0-4E1D-2F88-3FD4-6460BF543B0D}"/>
              </a:ext>
            </a:extLst>
          </p:cNvPr>
          <p:cNvCxnSpPr/>
          <p:nvPr/>
        </p:nvCxnSpPr>
        <p:spPr>
          <a:xfrm>
            <a:off x="2594709" y="1355482"/>
            <a:ext cx="4510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F3C6E1FB-479E-E0A4-E3F3-D394F8912076}"/>
              </a:ext>
            </a:extLst>
          </p:cNvPr>
          <p:cNvGrpSpPr/>
          <p:nvPr/>
        </p:nvGrpSpPr>
        <p:grpSpPr>
          <a:xfrm rot="5400000">
            <a:off x="3219904" y="1665728"/>
            <a:ext cx="436046" cy="181282"/>
            <a:chOff x="3277851" y="1807688"/>
            <a:chExt cx="436046" cy="18128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ADBB64B-FEE9-AB5F-B657-585274069BB3}"/>
                </a:ext>
              </a:extLst>
            </p:cNvPr>
            <p:cNvGrpSpPr/>
            <p:nvPr/>
          </p:nvGrpSpPr>
          <p:grpSpPr>
            <a:xfrm>
              <a:off x="3277851" y="1807688"/>
              <a:ext cx="145156" cy="180000"/>
              <a:chOff x="3277851" y="1807688"/>
              <a:chExt cx="145156" cy="180000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D45C0E35-C862-D91A-0928-C870EA47AE15}"/>
                  </a:ext>
                </a:extLst>
              </p:cNvPr>
              <p:cNvGrpSpPr/>
              <p:nvPr/>
            </p:nvGrpSpPr>
            <p:grpSpPr>
              <a:xfrm>
                <a:off x="3277851" y="180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45D9B622-5C0F-ACF3-171B-175D9FC3B9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068885BE-F0E4-EBD9-459C-E17F5A4330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B84E5E99-D4B1-5DA9-F5F3-FFA8964F013A}"/>
                  </a:ext>
                </a:extLst>
              </p:cNvPr>
              <p:cNvGrpSpPr/>
              <p:nvPr/>
            </p:nvGrpSpPr>
            <p:grpSpPr>
              <a:xfrm flipV="1">
                <a:off x="3351007" y="189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0B3600D3-CC87-7F06-462D-6E98BE2C14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181051E1-9AEE-7FBB-C676-1B450C1BFF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A486A20-C695-1A66-C5EE-F0374465477E}"/>
                </a:ext>
              </a:extLst>
            </p:cNvPr>
            <p:cNvGrpSpPr/>
            <p:nvPr/>
          </p:nvGrpSpPr>
          <p:grpSpPr>
            <a:xfrm>
              <a:off x="3423007" y="1808970"/>
              <a:ext cx="145156" cy="180000"/>
              <a:chOff x="3277851" y="1807688"/>
              <a:chExt cx="145156" cy="180000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AA3B8892-D542-3601-932C-4D97E3EAA277}"/>
                  </a:ext>
                </a:extLst>
              </p:cNvPr>
              <p:cNvGrpSpPr/>
              <p:nvPr/>
            </p:nvGrpSpPr>
            <p:grpSpPr>
              <a:xfrm>
                <a:off x="3277851" y="180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21EE0650-2B3C-AE15-974C-0D0FFC4294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9AE4659C-423A-2BD0-BAC2-640A594F23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B127DFBD-597C-BE6E-F385-2ED2C449239F}"/>
                  </a:ext>
                </a:extLst>
              </p:cNvPr>
              <p:cNvGrpSpPr/>
              <p:nvPr/>
            </p:nvGrpSpPr>
            <p:grpSpPr>
              <a:xfrm flipV="1">
                <a:off x="3351007" y="189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815255EF-EFB8-23FC-EFC8-C71F96FA36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C33852F0-6D1A-1470-D46B-E95CC95765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2B2AB76-F122-09F9-21D9-5EDA56098CC3}"/>
                </a:ext>
              </a:extLst>
            </p:cNvPr>
            <p:cNvGrpSpPr/>
            <p:nvPr/>
          </p:nvGrpSpPr>
          <p:grpSpPr>
            <a:xfrm>
              <a:off x="3568741" y="1807688"/>
              <a:ext cx="145156" cy="180000"/>
              <a:chOff x="3277851" y="1807688"/>
              <a:chExt cx="145156" cy="180000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96FD5B58-EAE0-CFF3-26F4-A3C45A99200E}"/>
                  </a:ext>
                </a:extLst>
              </p:cNvPr>
              <p:cNvGrpSpPr/>
              <p:nvPr/>
            </p:nvGrpSpPr>
            <p:grpSpPr>
              <a:xfrm>
                <a:off x="3277851" y="180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3830168B-A96A-3966-BE8F-2D7BFCFCA7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4ECD5F6A-B5D1-8E19-E43C-6EEFDF93BD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0B2B4001-E228-12A7-94DD-0FDCF0599A4A}"/>
                  </a:ext>
                </a:extLst>
              </p:cNvPr>
              <p:cNvGrpSpPr/>
              <p:nvPr/>
            </p:nvGrpSpPr>
            <p:grpSpPr>
              <a:xfrm flipV="1">
                <a:off x="3351007" y="189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08F00358-59BB-B2D1-BDE7-8B4A8F806D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8F9DDBBA-2DB0-3CC2-B261-E80775498F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3B7B955-2A2A-09E1-F01A-75F356483C4A}"/>
              </a:ext>
            </a:extLst>
          </p:cNvPr>
          <p:cNvGrpSpPr/>
          <p:nvPr/>
        </p:nvGrpSpPr>
        <p:grpSpPr>
          <a:xfrm>
            <a:off x="2688816" y="1278467"/>
            <a:ext cx="554957" cy="180000"/>
            <a:chOff x="2224309" y="1762688"/>
            <a:chExt cx="554957" cy="18000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A0B97AD-7C49-D5DB-CF30-3E798395A67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24309" y="1762688"/>
              <a:ext cx="180000" cy="180000"/>
              <a:chOff x="708025" y="1311275"/>
              <a:chExt cx="914400" cy="914400"/>
            </a:xfrm>
          </p:grpSpPr>
          <p:sp>
            <p:nvSpPr>
              <p:cNvPr id="38" name="Arc 37">
                <a:extLst>
                  <a:ext uri="{FF2B5EF4-FFF2-40B4-BE49-F238E27FC236}">
                    <a16:creationId xmlns:a16="http://schemas.microsoft.com/office/drawing/2014/main" id="{8650F378-C0B5-54AD-27C5-9AE1C56870D9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39" name="Arc 38">
                <a:extLst>
                  <a:ext uri="{FF2B5EF4-FFF2-40B4-BE49-F238E27FC236}">
                    <a16:creationId xmlns:a16="http://schemas.microsoft.com/office/drawing/2014/main" id="{0B66A582-DB37-5EA3-3D36-E420812BFB9A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627FA076-9D89-CB76-5164-632F82F0440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10137" y="1762688"/>
              <a:ext cx="180000" cy="180000"/>
              <a:chOff x="708025" y="1311275"/>
              <a:chExt cx="914400" cy="914400"/>
            </a:xfrm>
          </p:grpSpPr>
          <p:sp>
            <p:nvSpPr>
              <p:cNvPr id="36" name="Arc 35">
                <a:extLst>
                  <a:ext uri="{FF2B5EF4-FFF2-40B4-BE49-F238E27FC236}">
                    <a16:creationId xmlns:a16="http://schemas.microsoft.com/office/drawing/2014/main" id="{FA5E2BA1-AF97-DD80-F034-CC3FC772549F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37" name="Arc 36">
                <a:extLst>
                  <a:ext uri="{FF2B5EF4-FFF2-40B4-BE49-F238E27FC236}">
                    <a16:creationId xmlns:a16="http://schemas.microsoft.com/office/drawing/2014/main" id="{C1AC9E65-4264-9753-5525-597317CD3850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8AAE54C1-7412-CE9B-1742-F1AD95BBEC9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99266" y="1762688"/>
              <a:ext cx="180000" cy="180000"/>
              <a:chOff x="708025" y="1311275"/>
              <a:chExt cx="914400" cy="914400"/>
            </a:xfrm>
          </p:grpSpPr>
          <p:sp>
            <p:nvSpPr>
              <p:cNvPr id="34" name="Arc 33">
                <a:extLst>
                  <a:ext uri="{FF2B5EF4-FFF2-40B4-BE49-F238E27FC236}">
                    <a16:creationId xmlns:a16="http://schemas.microsoft.com/office/drawing/2014/main" id="{F71B1928-7650-D49D-5425-610719A40172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35" name="Arc 34">
                <a:extLst>
                  <a:ext uri="{FF2B5EF4-FFF2-40B4-BE49-F238E27FC236}">
                    <a16:creationId xmlns:a16="http://schemas.microsoft.com/office/drawing/2014/main" id="{09DCFDE2-098F-AB5D-9E4E-D292C863CD0A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2B1380B-3438-B9AC-20CB-872AB2784C11}"/>
              </a:ext>
            </a:extLst>
          </p:cNvPr>
          <p:cNvCxnSpPr>
            <a:cxnSpLocks/>
          </p:cNvCxnSpPr>
          <p:nvPr/>
        </p:nvCxnSpPr>
        <p:spPr>
          <a:xfrm>
            <a:off x="3235970" y="1358009"/>
            <a:ext cx="12509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4CA132C-06F4-D4E3-8DB5-29498D080C80}"/>
              </a:ext>
            </a:extLst>
          </p:cNvPr>
          <p:cNvCxnSpPr/>
          <p:nvPr/>
        </p:nvCxnSpPr>
        <p:spPr>
          <a:xfrm flipV="1">
            <a:off x="3437286" y="1368001"/>
            <a:ext cx="0" cy="1703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2A5D1F0-CAB9-2B68-CFD7-1D72387BE45B}"/>
              </a:ext>
            </a:extLst>
          </p:cNvPr>
          <p:cNvCxnSpPr/>
          <p:nvPr/>
        </p:nvCxnSpPr>
        <p:spPr>
          <a:xfrm>
            <a:off x="3437286" y="1974392"/>
            <a:ext cx="0" cy="2738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6C35457-0B96-2AFE-7D53-607D2DD21F7C}"/>
              </a:ext>
            </a:extLst>
          </p:cNvPr>
          <p:cNvCxnSpPr>
            <a:cxnSpLocks/>
          </p:cNvCxnSpPr>
          <p:nvPr/>
        </p:nvCxnSpPr>
        <p:spPr>
          <a:xfrm flipV="1">
            <a:off x="1904858" y="2240069"/>
            <a:ext cx="2582082" cy="8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2AD61AC-59EC-4BD8-0D25-57F7AA508A4F}"/>
                  </a:ext>
                </a:extLst>
              </p:cNvPr>
              <p:cNvSpPr txBox="1"/>
              <p:nvPr/>
            </p:nvSpPr>
            <p:spPr>
              <a:xfrm>
                <a:off x="1833077" y="1660115"/>
                <a:ext cx="233013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i="1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2AD61AC-59EC-4BD8-0D25-57F7AA508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077" y="1660115"/>
                <a:ext cx="233013" cy="246221"/>
              </a:xfrm>
              <a:prstGeom prst="rect">
                <a:avLst/>
              </a:prstGeom>
              <a:blipFill>
                <a:blip r:embed="rId2"/>
                <a:stretch>
                  <a:fillRect l="-21053" r="-10526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8E311B4-AFA7-CDAF-8C28-25BD5E9FBA9A}"/>
                  </a:ext>
                </a:extLst>
              </p:cNvPr>
              <p:cNvSpPr txBox="1"/>
              <p:nvPr/>
            </p:nvSpPr>
            <p:spPr>
              <a:xfrm>
                <a:off x="2872724" y="986318"/>
                <a:ext cx="211596" cy="2405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CA" sz="1600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600" i="1" baseline="-250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8E311B4-AFA7-CDAF-8C28-25BD5E9FB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2724" y="986318"/>
                <a:ext cx="211596" cy="240579"/>
              </a:xfrm>
              <a:prstGeom prst="rect">
                <a:avLst/>
              </a:prstGeom>
              <a:blipFill>
                <a:blip r:embed="rId3"/>
                <a:stretch>
                  <a:fillRect l="-29412" r="-17647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EC35F2C-C0C6-E5FA-EF96-6B95AD2F87F9}"/>
                  </a:ext>
                </a:extLst>
              </p:cNvPr>
              <p:cNvSpPr txBox="1"/>
              <p:nvPr/>
            </p:nvSpPr>
            <p:spPr>
              <a:xfrm>
                <a:off x="3081597" y="1585923"/>
                <a:ext cx="266971" cy="2405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CA" sz="1600" b="0" i="1" baseline="-2500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1600" i="1" baseline="-25000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EC35F2C-C0C6-E5FA-EF96-6B95AD2F8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597" y="1585923"/>
                <a:ext cx="266971" cy="240579"/>
              </a:xfrm>
              <a:prstGeom prst="rect">
                <a:avLst/>
              </a:prstGeom>
              <a:blipFill>
                <a:blip r:embed="rId4"/>
                <a:stretch>
                  <a:fillRect l="-13636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9F38C2F2-8EB6-27A6-97D3-EB956417F89D}"/>
              </a:ext>
            </a:extLst>
          </p:cNvPr>
          <p:cNvGrpSpPr/>
          <p:nvPr/>
        </p:nvGrpSpPr>
        <p:grpSpPr>
          <a:xfrm>
            <a:off x="4404144" y="1368001"/>
            <a:ext cx="180000" cy="880231"/>
            <a:chOff x="4404144" y="1368001"/>
            <a:chExt cx="180000" cy="880231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5A038DF2-5D27-4E2B-9980-3D66F9AB1FD2}"/>
                </a:ext>
              </a:extLst>
            </p:cNvPr>
            <p:cNvGrpSpPr/>
            <p:nvPr/>
          </p:nvGrpSpPr>
          <p:grpSpPr>
            <a:xfrm rot="5400000">
              <a:off x="4216665" y="1715757"/>
              <a:ext cx="554957" cy="180000"/>
              <a:chOff x="2224309" y="1762688"/>
              <a:chExt cx="554957" cy="180000"/>
            </a:xfrm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6A4EF61D-B414-B932-3D0E-5F3D2FA3273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224309" y="1762688"/>
                <a:ext cx="180000" cy="180000"/>
                <a:chOff x="708025" y="1311275"/>
                <a:chExt cx="914400" cy="914400"/>
              </a:xfrm>
            </p:grpSpPr>
            <p:sp>
              <p:nvSpPr>
                <p:cNvPr id="70" name="Arc 69">
                  <a:extLst>
                    <a:ext uri="{FF2B5EF4-FFF2-40B4-BE49-F238E27FC236}">
                      <a16:creationId xmlns:a16="http://schemas.microsoft.com/office/drawing/2014/main" id="{A1D61052-D063-4D75-33C4-201B01533873}"/>
                    </a:ext>
                  </a:extLst>
                </p:cNvPr>
                <p:cNvSpPr/>
                <p:nvPr/>
              </p:nvSpPr>
              <p:spPr>
                <a:xfrm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71" name="Arc 70">
                  <a:extLst>
                    <a:ext uri="{FF2B5EF4-FFF2-40B4-BE49-F238E27FC236}">
                      <a16:creationId xmlns:a16="http://schemas.microsoft.com/office/drawing/2014/main" id="{49564515-A629-FE85-B2B0-E84F930014B4}"/>
                    </a:ext>
                  </a:extLst>
                </p:cNvPr>
                <p:cNvSpPr/>
                <p:nvPr/>
              </p:nvSpPr>
              <p:spPr>
                <a:xfrm flipH="1"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</p:grp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1B67B444-232F-0191-B8B0-98C4C616BAB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410137" y="1762688"/>
                <a:ext cx="180000" cy="180000"/>
                <a:chOff x="708025" y="1311275"/>
                <a:chExt cx="914400" cy="914400"/>
              </a:xfrm>
            </p:grpSpPr>
            <p:sp>
              <p:nvSpPr>
                <p:cNvPr id="68" name="Arc 67">
                  <a:extLst>
                    <a:ext uri="{FF2B5EF4-FFF2-40B4-BE49-F238E27FC236}">
                      <a16:creationId xmlns:a16="http://schemas.microsoft.com/office/drawing/2014/main" id="{4DA0B72F-C67F-30DC-2C80-57273246F363}"/>
                    </a:ext>
                  </a:extLst>
                </p:cNvPr>
                <p:cNvSpPr/>
                <p:nvPr/>
              </p:nvSpPr>
              <p:spPr>
                <a:xfrm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69" name="Arc 68">
                  <a:extLst>
                    <a:ext uri="{FF2B5EF4-FFF2-40B4-BE49-F238E27FC236}">
                      <a16:creationId xmlns:a16="http://schemas.microsoft.com/office/drawing/2014/main" id="{C9C658DF-5C26-E087-BF2A-81476200E2C1}"/>
                    </a:ext>
                  </a:extLst>
                </p:cNvPr>
                <p:cNvSpPr/>
                <p:nvPr/>
              </p:nvSpPr>
              <p:spPr>
                <a:xfrm flipH="1"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</p:grp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7EA3415F-7109-1CED-E12F-764598D281A7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599266" y="1762688"/>
                <a:ext cx="180000" cy="180000"/>
                <a:chOff x="708025" y="1311275"/>
                <a:chExt cx="914400" cy="914400"/>
              </a:xfrm>
            </p:grpSpPr>
            <p:sp>
              <p:nvSpPr>
                <p:cNvPr id="66" name="Arc 65">
                  <a:extLst>
                    <a:ext uri="{FF2B5EF4-FFF2-40B4-BE49-F238E27FC236}">
                      <a16:creationId xmlns:a16="http://schemas.microsoft.com/office/drawing/2014/main" id="{D7AF77C0-27AC-EC38-E9DC-CD8F118FFFE5}"/>
                    </a:ext>
                  </a:extLst>
                </p:cNvPr>
                <p:cNvSpPr/>
                <p:nvPr/>
              </p:nvSpPr>
              <p:spPr>
                <a:xfrm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67" name="Arc 66">
                  <a:extLst>
                    <a:ext uri="{FF2B5EF4-FFF2-40B4-BE49-F238E27FC236}">
                      <a16:creationId xmlns:a16="http://schemas.microsoft.com/office/drawing/2014/main" id="{4E80269D-46E9-2A99-2293-9FF16A865361}"/>
                    </a:ext>
                  </a:extLst>
                </p:cNvPr>
                <p:cNvSpPr/>
                <p:nvPr/>
              </p:nvSpPr>
              <p:spPr>
                <a:xfrm flipH="1"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</p:grpSp>
        </p:grp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52ADBCE0-2692-2F14-C534-B2964E1E8BA9}"/>
                </a:ext>
              </a:extLst>
            </p:cNvPr>
            <p:cNvCxnSpPr/>
            <p:nvPr/>
          </p:nvCxnSpPr>
          <p:spPr>
            <a:xfrm flipV="1">
              <a:off x="4486940" y="1368001"/>
              <a:ext cx="0" cy="1703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355DC24A-7162-BE8D-84B7-8D8892AFF0FD}"/>
                </a:ext>
              </a:extLst>
            </p:cNvPr>
            <p:cNvCxnSpPr>
              <a:cxnSpLocks/>
            </p:cNvCxnSpPr>
            <p:nvPr/>
          </p:nvCxnSpPr>
          <p:spPr>
            <a:xfrm>
              <a:off x="4486940" y="2070137"/>
              <a:ext cx="0" cy="17809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845E5CEF-D337-BFE6-C0B5-299AE213F8E8}"/>
              </a:ext>
            </a:extLst>
          </p:cNvPr>
          <p:cNvGrpSpPr/>
          <p:nvPr/>
        </p:nvGrpSpPr>
        <p:grpSpPr>
          <a:xfrm>
            <a:off x="3575366" y="1351676"/>
            <a:ext cx="180000" cy="880231"/>
            <a:chOff x="4404144" y="1368001"/>
            <a:chExt cx="180000" cy="880231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69305C32-6C30-5332-4E6D-F3CEF96C95D7}"/>
                </a:ext>
              </a:extLst>
            </p:cNvPr>
            <p:cNvGrpSpPr/>
            <p:nvPr/>
          </p:nvGrpSpPr>
          <p:grpSpPr>
            <a:xfrm rot="5400000">
              <a:off x="4216665" y="1715757"/>
              <a:ext cx="554957" cy="180000"/>
              <a:chOff x="2224309" y="1762688"/>
              <a:chExt cx="554957" cy="180000"/>
            </a:xfrm>
          </p:grpSpPr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2D4B8A85-B7D1-6868-E625-A8FCEDADC47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224309" y="1762688"/>
                <a:ext cx="180000" cy="180000"/>
                <a:chOff x="708025" y="1311275"/>
                <a:chExt cx="914400" cy="914400"/>
              </a:xfrm>
            </p:grpSpPr>
            <p:sp>
              <p:nvSpPr>
                <p:cNvPr id="100" name="Arc 99">
                  <a:extLst>
                    <a:ext uri="{FF2B5EF4-FFF2-40B4-BE49-F238E27FC236}">
                      <a16:creationId xmlns:a16="http://schemas.microsoft.com/office/drawing/2014/main" id="{7A9B4783-4AE1-1473-714E-7E902B4BB9E4}"/>
                    </a:ext>
                  </a:extLst>
                </p:cNvPr>
                <p:cNvSpPr/>
                <p:nvPr/>
              </p:nvSpPr>
              <p:spPr>
                <a:xfrm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01" name="Arc 100">
                  <a:extLst>
                    <a:ext uri="{FF2B5EF4-FFF2-40B4-BE49-F238E27FC236}">
                      <a16:creationId xmlns:a16="http://schemas.microsoft.com/office/drawing/2014/main" id="{3CEA6B3F-C277-6804-B1A2-96338A861E17}"/>
                    </a:ext>
                  </a:extLst>
                </p:cNvPr>
                <p:cNvSpPr/>
                <p:nvPr/>
              </p:nvSpPr>
              <p:spPr>
                <a:xfrm flipH="1"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</p:grp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F00BF3E9-5314-A973-DE4D-FDA403E35F3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410137" y="1762688"/>
                <a:ext cx="180000" cy="180000"/>
                <a:chOff x="708025" y="1311275"/>
                <a:chExt cx="914400" cy="914400"/>
              </a:xfrm>
            </p:grpSpPr>
            <p:sp>
              <p:nvSpPr>
                <p:cNvPr id="98" name="Arc 97">
                  <a:extLst>
                    <a:ext uri="{FF2B5EF4-FFF2-40B4-BE49-F238E27FC236}">
                      <a16:creationId xmlns:a16="http://schemas.microsoft.com/office/drawing/2014/main" id="{90A234E5-32F0-2D69-B7D0-3D89FB81BFCE}"/>
                    </a:ext>
                  </a:extLst>
                </p:cNvPr>
                <p:cNvSpPr/>
                <p:nvPr/>
              </p:nvSpPr>
              <p:spPr>
                <a:xfrm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99" name="Arc 98">
                  <a:extLst>
                    <a:ext uri="{FF2B5EF4-FFF2-40B4-BE49-F238E27FC236}">
                      <a16:creationId xmlns:a16="http://schemas.microsoft.com/office/drawing/2014/main" id="{7AFE1A47-64C7-AA58-7AEA-A051ECBE4552}"/>
                    </a:ext>
                  </a:extLst>
                </p:cNvPr>
                <p:cNvSpPr/>
                <p:nvPr/>
              </p:nvSpPr>
              <p:spPr>
                <a:xfrm flipH="1"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</p:grp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D95FFB19-22C0-EFF8-7B1E-90733CC5C57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599266" y="1762688"/>
                <a:ext cx="180000" cy="180000"/>
                <a:chOff x="708025" y="1311275"/>
                <a:chExt cx="914400" cy="914400"/>
              </a:xfrm>
            </p:grpSpPr>
            <p:sp>
              <p:nvSpPr>
                <p:cNvPr id="96" name="Arc 95">
                  <a:extLst>
                    <a:ext uri="{FF2B5EF4-FFF2-40B4-BE49-F238E27FC236}">
                      <a16:creationId xmlns:a16="http://schemas.microsoft.com/office/drawing/2014/main" id="{0F9F066F-D843-BBA5-D3B3-1DD6EB2E0F4B}"/>
                    </a:ext>
                  </a:extLst>
                </p:cNvPr>
                <p:cNvSpPr/>
                <p:nvPr/>
              </p:nvSpPr>
              <p:spPr>
                <a:xfrm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97" name="Arc 96">
                  <a:extLst>
                    <a:ext uri="{FF2B5EF4-FFF2-40B4-BE49-F238E27FC236}">
                      <a16:creationId xmlns:a16="http://schemas.microsoft.com/office/drawing/2014/main" id="{49903E95-CABF-F993-7F59-01223F36D5C7}"/>
                    </a:ext>
                  </a:extLst>
                </p:cNvPr>
                <p:cNvSpPr/>
                <p:nvPr/>
              </p:nvSpPr>
              <p:spPr>
                <a:xfrm flipH="1"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</p:grpSp>
        </p:grp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4E127136-0599-562E-33C9-EDE21FCE35DF}"/>
                </a:ext>
              </a:extLst>
            </p:cNvPr>
            <p:cNvCxnSpPr/>
            <p:nvPr/>
          </p:nvCxnSpPr>
          <p:spPr>
            <a:xfrm flipV="1">
              <a:off x="4486940" y="1368001"/>
              <a:ext cx="0" cy="1703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BEE529D5-A9B3-039F-077A-184D6AA7723F}"/>
                </a:ext>
              </a:extLst>
            </p:cNvPr>
            <p:cNvCxnSpPr>
              <a:cxnSpLocks/>
            </p:cNvCxnSpPr>
            <p:nvPr/>
          </p:nvCxnSpPr>
          <p:spPr>
            <a:xfrm>
              <a:off x="4486940" y="2070137"/>
              <a:ext cx="0" cy="17809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EC2F1CD-D272-BF96-66AF-0D1004A0E5C7}"/>
              </a:ext>
            </a:extLst>
          </p:cNvPr>
          <p:cNvGrpSpPr/>
          <p:nvPr/>
        </p:nvGrpSpPr>
        <p:grpSpPr>
          <a:xfrm rot="10800000">
            <a:off x="4651234" y="1363298"/>
            <a:ext cx="180000" cy="880231"/>
            <a:chOff x="4404144" y="1368001"/>
            <a:chExt cx="180000" cy="880231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FF94A164-4BEB-3300-8AB1-8FB33EB62289}"/>
                </a:ext>
              </a:extLst>
            </p:cNvPr>
            <p:cNvGrpSpPr/>
            <p:nvPr/>
          </p:nvGrpSpPr>
          <p:grpSpPr>
            <a:xfrm rot="5400000">
              <a:off x="4216665" y="1715757"/>
              <a:ext cx="554957" cy="180000"/>
              <a:chOff x="2224309" y="1762688"/>
              <a:chExt cx="554957" cy="180000"/>
            </a:xfrm>
          </p:grpSpPr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F9A9BEE2-942D-797D-A899-FC5F56259C9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224309" y="1762688"/>
                <a:ext cx="180000" cy="180000"/>
                <a:chOff x="708025" y="1311275"/>
                <a:chExt cx="914400" cy="914400"/>
              </a:xfrm>
            </p:grpSpPr>
            <p:sp>
              <p:nvSpPr>
                <p:cNvPr id="113" name="Arc 112">
                  <a:extLst>
                    <a:ext uri="{FF2B5EF4-FFF2-40B4-BE49-F238E27FC236}">
                      <a16:creationId xmlns:a16="http://schemas.microsoft.com/office/drawing/2014/main" id="{AC2E7260-6C0A-2880-3308-1103720D58DF}"/>
                    </a:ext>
                  </a:extLst>
                </p:cNvPr>
                <p:cNvSpPr/>
                <p:nvPr/>
              </p:nvSpPr>
              <p:spPr>
                <a:xfrm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14" name="Arc 113">
                  <a:extLst>
                    <a:ext uri="{FF2B5EF4-FFF2-40B4-BE49-F238E27FC236}">
                      <a16:creationId xmlns:a16="http://schemas.microsoft.com/office/drawing/2014/main" id="{2A87ECC8-A1C1-BC76-90B6-EC9C7D2C5C16}"/>
                    </a:ext>
                  </a:extLst>
                </p:cNvPr>
                <p:cNvSpPr/>
                <p:nvPr/>
              </p:nvSpPr>
              <p:spPr>
                <a:xfrm flipH="1"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</p:grp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B6ADAD4E-2DC2-24F7-6C82-05F293107C7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410137" y="1762688"/>
                <a:ext cx="180000" cy="180000"/>
                <a:chOff x="708025" y="1311275"/>
                <a:chExt cx="914400" cy="914400"/>
              </a:xfrm>
            </p:grpSpPr>
            <p:sp>
              <p:nvSpPr>
                <p:cNvPr id="111" name="Arc 110">
                  <a:extLst>
                    <a:ext uri="{FF2B5EF4-FFF2-40B4-BE49-F238E27FC236}">
                      <a16:creationId xmlns:a16="http://schemas.microsoft.com/office/drawing/2014/main" id="{BE854552-A668-00F1-93F9-B4E7D1975F60}"/>
                    </a:ext>
                  </a:extLst>
                </p:cNvPr>
                <p:cNvSpPr/>
                <p:nvPr/>
              </p:nvSpPr>
              <p:spPr>
                <a:xfrm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12" name="Arc 111">
                  <a:extLst>
                    <a:ext uri="{FF2B5EF4-FFF2-40B4-BE49-F238E27FC236}">
                      <a16:creationId xmlns:a16="http://schemas.microsoft.com/office/drawing/2014/main" id="{8345C65C-B543-B328-8888-0D9F20901C63}"/>
                    </a:ext>
                  </a:extLst>
                </p:cNvPr>
                <p:cNvSpPr/>
                <p:nvPr/>
              </p:nvSpPr>
              <p:spPr>
                <a:xfrm flipH="1"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</p:grpSp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D4D7158A-7120-25C1-C3B8-4FBEF261A2B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599266" y="1762688"/>
                <a:ext cx="180000" cy="180000"/>
                <a:chOff x="708025" y="1311275"/>
                <a:chExt cx="914400" cy="914400"/>
              </a:xfrm>
            </p:grpSpPr>
            <p:sp>
              <p:nvSpPr>
                <p:cNvPr id="109" name="Arc 108">
                  <a:extLst>
                    <a:ext uri="{FF2B5EF4-FFF2-40B4-BE49-F238E27FC236}">
                      <a16:creationId xmlns:a16="http://schemas.microsoft.com/office/drawing/2014/main" id="{B17B8A35-6C3F-FF15-6CE0-A103EDFB7228}"/>
                    </a:ext>
                  </a:extLst>
                </p:cNvPr>
                <p:cNvSpPr/>
                <p:nvPr/>
              </p:nvSpPr>
              <p:spPr>
                <a:xfrm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10" name="Arc 109">
                  <a:extLst>
                    <a:ext uri="{FF2B5EF4-FFF2-40B4-BE49-F238E27FC236}">
                      <a16:creationId xmlns:a16="http://schemas.microsoft.com/office/drawing/2014/main" id="{0CD9539A-5713-04EE-EAD2-39AD09E3B72E}"/>
                    </a:ext>
                  </a:extLst>
                </p:cNvPr>
                <p:cNvSpPr/>
                <p:nvPr/>
              </p:nvSpPr>
              <p:spPr>
                <a:xfrm flipH="1"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</p:grpSp>
        </p:grp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1528E91F-4916-B893-829B-CBE2506EDF9C}"/>
                </a:ext>
              </a:extLst>
            </p:cNvPr>
            <p:cNvCxnSpPr/>
            <p:nvPr/>
          </p:nvCxnSpPr>
          <p:spPr>
            <a:xfrm flipV="1">
              <a:off x="4486940" y="1368001"/>
              <a:ext cx="0" cy="1703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5FA1D9E8-4187-AB36-4A5A-8930678E0730}"/>
                </a:ext>
              </a:extLst>
            </p:cNvPr>
            <p:cNvCxnSpPr>
              <a:cxnSpLocks/>
            </p:cNvCxnSpPr>
            <p:nvPr/>
          </p:nvCxnSpPr>
          <p:spPr>
            <a:xfrm>
              <a:off x="4486940" y="2070137"/>
              <a:ext cx="0" cy="17809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FA98B24-2F2D-1E62-05A1-211721D51B58}"/>
              </a:ext>
            </a:extLst>
          </p:cNvPr>
          <p:cNvGrpSpPr/>
          <p:nvPr/>
        </p:nvGrpSpPr>
        <p:grpSpPr>
          <a:xfrm rot="10800000">
            <a:off x="2024210" y="1260111"/>
            <a:ext cx="436046" cy="181282"/>
            <a:chOff x="3277851" y="1807688"/>
            <a:chExt cx="436046" cy="181282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F52E9B4C-0863-0A64-FEC8-AB9281DFB159}"/>
                </a:ext>
              </a:extLst>
            </p:cNvPr>
            <p:cNvGrpSpPr/>
            <p:nvPr/>
          </p:nvGrpSpPr>
          <p:grpSpPr>
            <a:xfrm>
              <a:off x="3277851" y="1807688"/>
              <a:ext cx="145156" cy="180000"/>
              <a:chOff x="3277851" y="1807688"/>
              <a:chExt cx="145156" cy="180000"/>
            </a:xfrm>
          </p:grpSpPr>
          <p:grpSp>
            <p:nvGrpSpPr>
              <p:cNvPr id="131" name="Group 130">
                <a:extLst>
                  <a:ext uri="{FF2B5EF4-FFF2-40B4-BE49-F238E27FC236}">
                    <a16:creationId xmlns:a16="http://schemas.microsoft.com/office/drawing/2014/main" id="{4F729442-892C-4485-50AF-42106CC4EA5D}"/>
                  </a:ext>
                </a:extLst>
              </p:cNvPr>
              <p:cNvGrpSpPr/>
              <p:nvPr/>
            </p:nvGrpSpPr>
            <p:grpSpPr>
              <a:xfrm>
                <a:off x="3277851" y="180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135" name="Straight Connector 134">
                  <a:extLst>
                    <a:ext uri="{FF2B5EF4-FFF2-40B4-BE49-F238E27FC236}">
                      <a16:creationId xmlns:a16="http://schemas.microsoft.com/office/drawing/2014/main" id="{BDAF283C-B90B-2508-B335-31DEB431F4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Connector 135">
                  <a:extLst>
                    <a:ext uri="{FF2B5EF4-FFF2-40B4-BE49-F238E27FC236}">
                      <a16:creationId xmlns:a16="http://schemas.microsoft.com/office/drawing/2014/main" id="{9F3E3292-0C03-4F65-8603-D521522FF9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2" name="Group 131">
                <a:extLst>
                  <a:ext uri="{FF2B5EF4-FFF2-40B4-BE49-F238E27FC236}">
                    <a16:creationId xmlns:a16="http://schemas.microsoft.com/office/drawing/2014/main" id="{EB7B1E64-06A6-0E7D-AC51-E4B9CA46233F}"/>
                  </a:ext>
                </a:extLst>
              </p:cNvPr>
              <p:cNvGrpSpPr/>
              <p:nvPr/>
            </p:nvGrpSpPr>
            <p:grpSpPr>
              <a:xfrm flipV="1">
                <a:off x="3351007" y="189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133" name="Straight Connector 132">
                  <a:extLst>
                    <a:ext uri="{FF2B5EF4-FFF2-40B4-BE49-F238E27FC236}">
                      <a16:creationId xmlns:a16="http://schemas.microsoft.com/office/drawing/2014/main" id="{637CDB84-CA61-6602-39DE-FAE37529D4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Connector 133">
                  <a:extLst>
                    <a:ext uri="{FF2B5EF4-FFF2-40B4-BE49-F238E27FC236}">
                      <a16:creationId xmlns:a16="http://schemas.microsoft.com/office/drawing/2014/main" id="{B4AAC0B6-F853-EB70-29F8-35D47EAACD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03C962AE-DCFB-871A-9A5E-29DB59BDC5AB}"/>
                </a:ext>
              </a:extLst>
            </p:cNvPr>
            <p:cNvGrpSpPr/>
            <p:nvPr/>
          </p:nvGrpSpPr>
          <p:grpSpPr>
            <a:xfrm>
              <a:off x="3423007" y="1808970"/>
              <a:ext cx="145156" cy="180000"/>
              <a:chOff x="3277851" y="1807688"/>
              <a:chExt cx="145156" cy="180000"/>
            </a:xfrm>
          </p:grpSpPr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9A13BB8E-96B8-C4F2-6ADA-A108ABAB05AF}"/>
                  </a:ext>
                </a:extLst>
              </p:cNvPr>
              <p:cNvGrpSpPr/>
              <p:nvPr/>
            </p:nvGrpSpPr>
            <p:grpSpPr>
              <a:xfrm>
                <a:off x="3277851" y="180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8A026BAE-4F7C-AA33-0A55-4D36170227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>
                  <a:extLst>
                    <a:ext uri="{FF2B5EF4-FFF2-40B4-BE49-F238E27FC236}">
                      <a16:creationId xmlns:a16="http://schemas.microsoft.com/office/drawing/2014/main" id="{263F037C-C141-B440-535F-27D22E6049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6" name="Group 125">
                <a:extLst>
                  <a:ext uri="{FF2B5EF4-FFF2-40B4-BE49-F238E27FC236}">
                    <a16:creationId xmlns:a16="http://schemas.microsoft.com/office/drawing/2014/main" id="{86AE4CB4-5D1D-6B5F-26B1-1F80D082AF6D}"/>
                  </a:ext>
                </a:extLst>
              </p:cNvPr>
              <p:cNvGrpSpPr/>
              <p:nvPr/>
            </p:nvGrpSpPr>
            <p:grpSpPr>
              <a:xfrm flipV="1">
                <a:off x="3351007" y="189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127" name="Straight Connector 126">
                  <a:extLst>
                    <a:ext uri="{FF2B5EF4-FFF2-40B4-BE49-F238E27FC236}">
                      <a16:creationId xmlns:a16="http://schemas.microsoft.com/office/drawing/2014/main" id="{8FF32FEF-F8AE-A5E1-6A44-B1B221E74F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>
                  <a:extLst>
                    <a:ext uri="{FF2B5EF4-FFF2-40B4-BE49-F238E27FC236}">
                      <a16:creationId xmlns:a16="http://schemas.microsoft.com/office/drawing/2014/main" id="{23EDC249-131C-B5B9-8E64-1486CB4ADB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759946D6-7CBF-6F43-467E-710C6F41ADE4}"/>
                </a:ext>
              </a:extLst>
            </p:cNvPr>
            <p:cNvGrpSpPr/>
            <p:nvPr/>
          </p:nvGrpSpPr>
          <p:grpSpPr>
            <a:xfrm>
              <a:off x="3568741" y="1807688"/>
              <a:ext cx="145156" cy="180000"/>
              <a:chOff x="3277851" y="1807688"/>
              <a:chExt cx="145156" cy="180000"/>
            </a:xfrm>
          </p:grpSpPr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EA18A2B7-B926-75A3-43D3-D55DD51E88DC}"/>
                  </a:ext>
                </a:extLst>
              </p:cNvPr>
              <p:cNvGrpSpPr/>
              <p:nvPr/>
            </p:nvGrpSpPr>
            <p:grpSpPr>
              <a:xfrm>
                <a:off x="3277851" y="180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123" name="Straight Connector 122">
                  <a:extLst>
                    <a:ext uri="{FF2B5EF4-FFF2-40B4-BE49-F238E27FC236}">
                      <a16:creationId xmlns:a16="http://schemas.microsoft.com/office/drawing/2014/main" id="{AE4D37BB-4D61-15EF-A128-A21AC6DF30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Connector 123">
                  <a:extLst>
                    <a:ext uri="{FF2B5EF4-FFF2-40B4-BE49-F238E27FC236}">
                      <a16:creationId xmlns:a16="http://schemas.microsoft.com/office/drawing/2014/main" id="{1BD59524-77D9-B6AD-5162-62ED9D0859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6E244AC8-EFAC-C7FA-E14B-2F2FC889F707}"/>
                  </a:ext>
                </a:extLst>
              </p:cNvPr>
              <p:cNvGrpSpPr/>
              <p:nvPr/>
            </p:nvGrpSpPr>
            <p:grpSpPr>
              <a:xfrm flipV="1">
                <a:off x="3351007" y="189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121" name="Straight Connector 120">
                  <a:extLst>
                    <a:ext uri="{FF2B5EF4-FFF2-40B4-BE49-F238E27FC236}">
                      <a16:creationId xmlns:a16="http://schemas.microsoft.com/office/drawing/2014/main" id="{DA5FFD7A-6F87-6157-3412-C683BBF6C9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Straight Connector 121">
                  <a:extLst>
                    <a:ext uri="{FF2B5EF4-FFF2-40B4-BE49-F238E27FC236}">
                      <a16:creationId xmlns:a16="http://schemas.microsoft.com/office/drawing/2014/main" id="{8E979108-5DB6-78D9-ACAB-C8C10716AC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E9D66F54-49C7-AAEE-5138-CC983BF0B2BD}"/>
              </a:ext>
            </a:extLst>
          </p:cNvPr>
          <p:cNvCxnSpPr>
            <a:cxnSpLocks/>
          </p:cNvCxnSpPr>
          <p:nvPr/>
        </p:nvCxnSpPr>
        <p:spPr>
          <a:xfrm>
            <a:off x="1904858" y="1358009"/>
            <a:ext cx="1179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9B91911B-AD07-AE42-6447-1404638495A8}"/>
                  </a:ext>
                </a:extLst>
              </p:cNvPr>
              <p:cNvSpPr txBox="1"/>
              <p:nvPr/>
            </p:nvSpPr>
            <p:spPr>
              <a:xfrm>
                <a:off x="3801540" y="1590735"/>
                <a:ext cx="266971" cy="2405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b="0" i="1" smtClean="0">
                          <a:latin typeface="Cambria Math" panose="02040503050406030204" pitchFamily="18" charset="0"/>
                        </a:rPr>
                        <m:t>𝑗𝑋</m:t>
                      </m:r>
                      <m:r>
                        <a:rPr lang="en-CA" sz="1600" b="0" i="1" baseline="-25000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1600" i="1" baseline="-25000" dirty="0"/>
              </a:p>
            </p:txBody>
          </p:sp>
        </mc:Choice>
        <mc:Fallback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9B91911B-AD07-AE42-6447-140463849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540" y="1590735"/>
                <a:ext cx="266971" cy="240579"/>
              </a:xfrm>
              <a:prstGeom prst="rect">
                <a:avLst/>
              </a:prstGeom>
              <a:blipFill>
                <a:blip r:embed="rId5"/>
                <a:stretch>
                  <a:fillRect l="-31818" r="-31818"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7171FC54-B1A4-A7D6-81F0-A0A6C1426CE7}"/>
                  </a:ext>
                </a:extLst>
              </p:cNvPr>
              <p:cNvSpPr txBox="1"/>
              <p:nvPr/>
            </p:nvSpPr>
            <p:spPr>
              <a:xfrm>
                <a:off x="2097887" y="986318"/>
                <a:ext cx="234038" cy="2405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CA" sz="1600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600" i="1" baseline="-25000" dirty="0"/>
              </a:p>
            </p:txBody>
          </p:sp>
        </mc:Choice>
        <mc:Fallback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7171FC54-B1A4-A7D6-81F0-A0A6C1426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887" y="986318"/>
                <a:ext cx="234038" cy="240579"/>
              </a:xfrm>
              <a:prstGeom prst="rect">
                <a:avLst/>
              </a:prstGeom>
              <a:blipFill>
                <a:blip r:embed="rId6"/>
                <a:stretch>
                  <a:fillRect l="-26316" r="-15789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126BF873-1A26-8772-B664-BC349B5EFA04}"/>
              </a:ext>
            </a:extLst>
          </p:cNvPr>
          <p:cNvGrpSpPr/>
          <p:nvPr/>
        </p:nvGrpSpPr>
        <p:grpSpPr>
          <a:xfrm>
            <a:off x="4856457" y="1268009"/>
            <a:ext cx="554957" cy="180000"/>
            <a:chOff x="2224309" y="1762688"/>
            <a:chExt cx="554957" cy="180000"/>
          </a:xfrm>
        </p:grpSpPr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12E6DE37-7241-2085-CD61-EBF697D3C0C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24309" y="1762688"/>
              <a:ext cx="180000" cy="180000"/>
              <a:chOff x="708025" y="1311275"/>
              <a:chExt cx="914400" cy="914400"/>
            </a:xfrm>
          </p:grpSpPr>
          <p:sp>
            <p:nvSpPr>
              <p:cNvPr id="157" name="Arc 156">
                <a:extLst>
                  <a:ext uri="{FF2B5EF4-FFF2-40B4-BE49-F238E27FC236}">
                    <a16:creationId xmlns:a16="http://schemas.microsoft.com/office/drawing/2014/main" id="{E062D019-1D82-3220-66E3-F30436F19162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58" name="Arc 157">
                <a:extLst>
                  <a:ext uri="{FF2B5EF4-FFF2-40B4-BE49-F238E27FC236}">
                    <a16:creationId xmlns:a16="http://schemas.microsoft.com/office/drawing/2014/main" id="{66B1BB30-DBA1-8256-7D62-8178208933E0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7404F54C-1358-31B9-875E-E4345F12C20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10137" y="1762688"/>
              <a:ext cx="180000" cy="180000"/>
              <a:chOff x="708025" y="1311275"/>
              <a:chExt cx="914400" cy="914400"/>
            </a:xfrm>
          </p:grpSpPr>
          <p:sp>
            <p:nvSpPr>
              <p:cNvPr id="155" name="Arc 154">
                <a:extLst>
                  <a:ext uri="{FF2B5EF4-FFF2-40B4-BE49-F238E27FC236}">
                    <a16:creationId xmlns:a16="http://schemas.microsoft.com/office/drawing/2014/main" id="{0B9DC57A-57E9-25B9-E753-F0A88D2A0F96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56" name="Arc 155">
                <a:extLst>
                  <a:ext uri="{FF2B5EF4-FFF2-40B4-BE49-F238E27FC236}">
                    <a16:creationId xmlns:a16="http://schemas.microsoft.com/office/drawing/2014/main" id="{221A03B8-1EF0-2F75-F5F3-B11AD980D85B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78806168-BFEF-9E0C-AB43-4F79CD3CDCA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99266" y="1762688"/>
              <a:ext cx="180000" cy="180000"/>
              <a:chOff x="708025" y="1311275"/>
              <a:chExt cx="914400" cy="914400"/>
            </a:xfrm>
          </p:grpSpPr>
          <p:sp>
            <p:nvSpPr>
              <p:cNvPr id="153" name="Arc 152">
                <a:extLst>
                  <a:ext uri="{FF2B5EF4-FFF2-40B4-BE49-F238E27FC236}">
                    <a16:creationId xmlns:a16="http://schemas.microsoft.com/office/drawing/2014/main" id="{21EFF1F3-89CC-B1A8-EDBB-B929F487F769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54" name="Arc 153">
                <a:extLst>
                  <a:ext uri="{FF2B5EF4-FFF2-40B4-BE49-F238E27FC236}">
                    <a16:creationId xmlns:a16="http://schemas.microsoft.com/office/drawing/2014/main" id="{62AED6E8-09D9-B798-E94A-3E9DF7740AA1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</p:grp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1B533F72-4CD4-1339-889E-51F403F922C5}"/>
              </a:ext>
            </a:extLst>
          </p:cNvPr>
          <p:cNvCxnSpPr>
            <a:cxnSpLocks/>
          </p:cNvCxnSpPr>
          <p:nvPr/>
        </p:nvCxnSpPr>
        <p:spPr>
          <a:xfrm>
            <a:off x="5411414" y="1358009"/>
            <a:ext cx="2386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10A6D57D-A916-ED32-18F2-7419C4792640}"/>
                  </a:ext>
                </a:extLst>
              </p:cNvPr>
              <p:cNvSpPr txBox="1"/>
              <p:nvPr/>
            </p:nvSpPr>
            <p:spPr>
              <a:xfrm>
                <a:off x="5040365" y="986318"/>
                <a:ext cx="211596" cy="2405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CA" sz="1600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600" i="1" baseline="-25000" dirty="0"/>
              </a:p>
            </p:txBody>
          </p:sp>
        </mc:Choice>
        <mc:Fallback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10A6D57D-A916-ED32-18F2-7419C4792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365" y="986318"/>
                <a:ext cx="211596" cy="240579"/>
              </a:xfrm>
              <a:prstGeom prst="rect">
                <a:avLst/>
              </a:prstGeom>
              <a:blipFill>
                <a:blip r:embed="rId7"/>
                <a:stretch>
                  <a:fillRect l="-22222" r="-16667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1" name="Group 160">
            <a:extLst>
              <a:ext uri="{FF2B5EF4-FFF2-40B4-BE49-F238E27FC236}">
                <a16:creationId xmlns:a16="http://schemas.microsoft.com/office/drawing/2014/main" id="{B05F000C-B5F5-4F93-8BEF-2A8959450CAA}"/>
              </a:ext>
            </a:extLst>
          </p:cNvPr>
          <p:cNvGrpSpPr/>
          <p:nvPr/>
        </p:nvGrpSpPr>
        <p:grpSpPr>
          <a:xfrm rot="10800000">
            <a:off x="5645085" y="1260111"/>
            <a:ext cx="436046" cy="181282"/>
            <a:chOff x="3277851" y="1807688"/>
            <a:chExt cx="436046" cy="181282"/>
          </a:xfrm>
        </p:grpSpPr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6F95064-4078-6EC8-8E41-AD1C1449700D}"/>
                </a:ext>
              </a:extLst>
            </p:cNvPr>
            <p:cNvGrpSpPr/>
            <p:nvPr/>
          </p:nvGrpSpPr>
          <p:grpSpPr>
            <a:xfrm>
              <a:off x="3277851" y="1807688"/>
              <a:ext cx="145156" cy="180000"/>
              <a:chOff x="3277851" y="1807688"/>
              <a:chExt cx="145156" cy="180000"/>
            </a:xfrm>
          </p:grpSpPr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02B3D96E-3194-1D8D-60D3-AC546894FF9D}"/>
                  </a:ext>
                </a:extLst>
              </p:cNvPr>
              <p:cNvGrpSpPr/>
              <p:nvPr/>
            </p:nvGrpSpPr>
            <p:grpSpPr>
              <a:xfrm>
                <a:off x="3277851" y="180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181" name="Straight Connector 180">
                  <a:extLst>
                    <a:ext uri="{FF2B5EF4-FFF2-40B4-BE49-F238E27FC236}">
                      <a16:creationId xmlns:a16="http://schemas.microsoft.com/office/drawing/2014/main" id="{F69C3B1C-FE34-ECAA-FFAA-B29B848764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Straight Connector 181">
                  <a:extLst>
                    <a:ext uri="{FF2B5EF4-FFF2-40B4-BE49-F238E27FC236}">
                      <a16:creationId xmlns:a16="http://schemas.microsoft.com/office/drawing/2014/main" id="{FAC42A55-A60E-C818-77F4-6D7BDD8558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22BCB999-7A19-080B-DBB6-63C1BBA1CE59}"/>
                  </a:ext>
                </a:extLst>
              </p:cNvPr>
              <p:cNvGrpSpPr/>
              <p:nvPr/>
            </p:nvGrpSpPr>
            <p:grpSpPr>
              <a:xfrm flipV="1">
                <a:off x="3351007" y="189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179" name="Straight Connector 178">
                  <a:extLst>
                    <a:ext uri="{FF2B5EF4-FFF2-40B4-BE49-F238E27FC236}">
                      <a16:creationId xmlns:a16="http://schemas.microsoft.com/office/drawing/2014/main" id="{B499DAEA-144D-E6EE-BF97-4AA5EFAC32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Connector 179">
                  <a:extLst>
                    <a:ext uri="{FF2B5EF4-FFF2-40B4-BE49-F238E27FC236}">
                      <a16:creationId xmlns:a16="http://schemas.microsoft.com/office/drawing/2014/main" id="{B1F3D8F6-230A-1F27-CBEA-B908AED0FA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AB35CDBF-3416-1760-BC33-8FA73ADE25FC}"/>
                </a:ext>
              </a:extLst>
            </p:cNvPr>
            <p:cNvGrpSpPr/>
            <p:nvPr/>
          </p:nvGrpSpPr>
          <p:grpSpPr>
            <a:xfrm>
              <a:off x="3423007" y="1808970"/>
              <a:ext cx="145156" cy="180000"/>
              <a:chOff x="3277851" y="1807688"/>
              <a:chExt cx="145156" cy="180000"/>
            </a:xfrm>
          </p:grpSpPr>
          <p:grpSp>
            <p:nvGrpSpPr>
              <p:cNvPr id="171" name="Group 170">
                <a:extLst>
                  <a:ext uri="{FF2B5EF4-FFF2-40B4-BE49-F238E27FC236}">
                    <a16:creationId xmlns:a16="http://schemas.microsoft.com/office/drawing/2014/main" id="{490DEB4E-EA55-3B0B-CEBE-73B3DAA27065}"/>
                  </a:ext>
                </a:extLst>
              </p:cNvPr>
              <p:cNvGrpSpPr/>
              <p:nvPr/>
            </p:nvGrpSpPr>
            <p:grpSpPr>
              <a:xfrm>
                <a:off x="3277851" y="180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86697F57-15A9-0C90-5113-2599B3902B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Connector 175">
                  <a:extLst>
                    <a:ext uri="{FF2B5EF4-FFF2-40B4-BE49-F238E27FC236}">
                      <a16:creationId xmlns:a16="http://schemas.microsoft.com/office/drawing/2014/main" id="{37C81E3B-EC57-1587-A71D-BA571AD759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2" name="Group 171">
                <a:extLst>
                  <a:ext uri="{FF2B5EF4-FFF2-40B4-BE49-F238E27FC236}">
                    <a16:creationId xmlns:a16="http://schemas.microsoft.com/office/drawing/2014/main" id="{22E5F8F8-CD62-40B5-811B-B3294ECE0723}"/>
                  </a:ext>
                </a:extLst>
              </p:cNvPr>
              <p:cNvGrpSpPr/>
              <p:nvPr/>
            </p:nvGrpSpPr>
            <p:grpSpPr>
              <a:xfrm flipV="1">
                <a:off x="3351007" y="189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D1CFB90C-F565-999A-5066-AAD303A0D3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6FFE549F-E746-7148-AD08-DEE569507D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C6797DF0-4ABC-90B5-7B3D-65CB5FC0385F}"/>
                </a:ext>
              </a:extLst>
            </p:cNvPr>
            <p:cNvGrpSpPr/>
            <p:nvPr/>
          </p:nvGrpSpPr>
          <p:grpSpPr>
            <a:xfrm>
              <a:off x="3568741" y="1807688"/>
              <a:ext cx="145156" cy="180000"/>
              <a:chOff x="3277851" y="1807688"/>
              <a:chExt cx="145156" cy="180000"/>
            </a:xfrm>
          </p:grpSpPr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CDCCDEDE-ED3B-6773-9FA1-8D3FAA5DDC2F}"/>
                  </a:ext>
                </a:extLst>
              </p:cNvPr>
              <p:cNvGrpSpPr/>
              <p:nvPr/>
            </p:nvGrpSpPr>
            <p:grpSpPr>
              <a:xfrm>
                <a:off x="3277851" y="180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890F26FA-D231-0BBE-B3D0-336B86B73F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2F0BDD7C-03DE-8AFB-0594-DEA38C1ED5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11B82637-59DC-0B7B-78DC-1B55D08DEBC8}"/>
                  </a:ext>
                </a:extLst>
              </p:cNvPr>
              <p:cNvGrpSpPr/>
              <p:nvPr/>
            </p:nvGrpSpPr>
            <p:grpSpPr>
              <a:xfrm flipV="1">
                <a:off x="3351007" y="189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4A9730D4-BEB7-831D-A272-7211390871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Connector 167">
                  <a:extLst>
                    <a:ext uri="{FF2B5EF4-FFF2-40B4-BE49-F238E27FC236}">
                      <a16:creationId xmlns:a16="http://schemas.microsoft.com/office/drawing/2014/main" id="{EED44761-5C43-05A7-0850-BDE1ADB20A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8D7ED870-F15C-C6CE-6195-84B233D53141}"/>
              </a:ext>
            </a:extLst>
          </p:cNvPr>
          <p:cNvCxnSpPr>
            <a:cxnSpLocks/>
          </p:cNvCxnSpPr>
          <p:nvPr/>
        </p:nvCxnSpPr>
        <p:spPr>
          <a:xfrm>
            <a:off x="4745018" y="1358009"/>
            <a:ext cx="1179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7F6CF123-EAED-A20D-D3F7-5FE405DAFBAB}"/>
                  </a:ext>
                </a:extLst>
              </p:cNvPr>
              <p:cNvSpPr txBox="1"/>
              <p:nvPr/>
            </p:nvSpPr>
            <p:spPr>
              <a:xfrm>
                <a:off x="5681997" y="986318"/>
                <a:ext cx="234038" cy="2405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CA" sz="1600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600" i="1" baseline="-25000" dirty="0"/>
              </a:p>
            </p:txBody>
          </p:sp>
        </mc:Choice>
        <mc:Fallback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7F6CF123-EAED-A20D-D3F7-5FE405DAF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997" y="986318"/>
                <a:ext cx="234038" cy="240579"/>
              </a:xfrm>
              <a:prstGeom prst="rect">
                <a:avLst/>
              </a:prstGeom>
              <a:blipFill>
                <a:blip r:embed="rId8"/>
                <a:stretch>
                  <a:fillRect l="-26316" r="-15789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03D33662-D242-5E77-8853-FD0F59F341B2}"/>
              </a:ext>
            </a:extLst>
          </p:cNvPr>
          <p:cNvCxnSpPr>
            <a:cxnSpLocks/>
          </p:cNvCxnSpPr>
          <p:nvPr/>
        </p:nvCxnSpPr>
        <p:spPr>
          <a:xfrm>
            <a:off x="6076460" y="1358009"/>
            <a:ext cx="1179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C9B9BFAF-B4E9-D6AA-D30A-B60193D97705}"/>
              </a:ext>
            </a:extLst>
          </p:cNvPr>
          <p:cNvCxnSpPr>
            <a:cxnSpLocks/>
          </p:cNvCxnSpPr>
          <p:nvPr/>
        </p:nvCxnSpPr>
        <p:spPr>
          <a:xfrm flipV="1">
            <a:off x="4745018" y="2231907"/>
            <a:ext cx="1449578" cy="8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6E3F44E5-4B31-A098-D81E-DD1664469A02}"/>
                  </a:ext>
                </a:extLst>
              </p:cNvPr>
              <p:cNvSpPr txBox="1"/>
              <p:nvPr/>
            </p:nvSpPr>
            <p:spPr>
              <a:xfrm>
                <a:off x="6123459" y="1669454"/>
                <a:ext cx="23775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i="1" dirty="0"/>
              </a:p>
            </p:txBody>
          </p:sp>
        </mc:Choice>
        <mc:Fallback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6E3F44E5-4B31-A098-D81E-DD1664469A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3459" y="1669454"/>
                <a:ext cx="237757" cy="246221"/>
              </a:xfrm>
              <a:prstGeom prst="rect">
                <a:avLst/>
              </a:prstGeom>
              <a:blipFill>
                <a:blip r:embed="rId9"/>
                <a:stretch>
                  <a:fillRect l="-20000" r="-5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8FF74EEE-E20F-B597-8C38-8A9723F1E123}"/>
                  </a:ext>
                </a:extLst>
              </p:cNvPr>
              <p:cNvSpPr txBox="1"/>
              <p:nvPr/>
            </p:nvSpPr>
            <p:spPr>
              <a:xfrm>
                <a:off x="4797998" y="1666975"/>
                <a:ext cx="25398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i="1" dirty="0"/>
              </a:p>
            </p:txBody>
          </p:sp>
        </mc:Choice>
        <mc:Fallback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8FF74EEE-E20F-B597-8C38-8A9723F1E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7998" y="1666975"/>
                <a:ext cx="253980" cy="246221"/>
              </a:xfrm>
              <a:prstGeom prst="rect">
                <a:avLst/>
              </a:prstGeom>
              <a:blipFill>
                <a:blip r:embed="rId10"/>
                <a:stretch>
                  <a:fillRect l="-19048" r="-9524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5B5868C9-FFF1-0370-368B-E23710F17918}"/>
                  </a:ext>
                </a:extLst>
              </p:cNvPr>
              <p:cNvSpPr txBox="1"/>
              <p:nvPr/>
            </p:nvSpPr>
            <p:spPr>
              <a:xfrm>
                <a:off x="4225798" y="1667776"/>
                <a:ext cx="24923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i="1" dirty="0"/>
              </a:p>
            </p:txBody>
          </p:sp>
        </mc:Choice>
        <mc:Fallback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5B5868C9-FFF1-0370-368B-E23710F17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5798" y="1667776"/>
                <a:ext cx="249235" cy="246221"/>
              </a:xfrm>
              <a:prstGeom prst="rect">
                <a:avLst/>
              </a:prstGeom>
              <a:blipFill>
                <a:blip r:embed="rId11"/>
                <a:stretch>
                  <a:fillRect l="-19048" r="-9524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61B476F7-FFFF-6FC7-3B52-823E8AC893B0}"/>
              </a:ext>
            </a:extLst>
          </p:cNvPr>
          <p:cNvCxnSpPr/>
          <p:nvPr/>
        </p:nvCxnSpPr>
        <p:spPr>
          <a:xfrm>
            <a:off x="5552832" y="1355096"/>
            <a:ext cx="4510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D6350E42-F5E1-E2E6-8207-B2133F4070D9}"/>
                  </a:ext>
                </a:extLst>
              </p:cNvPr>
              <p:cNvSpPr txBox="1"/>
              <p:nvPr/>
            </p:nvSpPr>
            <p:spPr>
              <a:xfrm>
                <a:off x="2476178" y="1021656"/>
                <a:ext cx="19857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i="1" dirty="0"/>
              </a:p>
            </p:txBody>
          </p:sp>
        </mc:Choice>
        <mc:Fallback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D6350E42-F5E1-E2E6-8207-B2133F407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178" y="1021656"/>
                <a:ext cx="198579" cy="246221"/>
              </a:xfrm>
              <a:prstGeom prst="rect">
                <a:avLst/>
              </a:prstGeom>
              <a:blipFill>
                <a:blip r:embed="rId12"/>
                <a:stretch>
                  <a:fillRect l="-17647" r="-11765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7B9BE0B1-75CB-14E3-8451-E79963D2C92D}"/>
                  </a:ext>
                </a:extLst>
              </p:cNvPr>
              <p:cNvSpPr txBox="1"/>
              <p:nvPr/>
            </p:nvSpPr>
            <p:spPr>
              <a:xfrm>
                <a:off x="5433559" y="1024594"/>
                <a:ext cx="20332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i="1" dirty="0"/>
              </a:p>
            </p:txBody>
          </p:sp>
        </mc:Choice>
        <mc:Fallback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7B9BE0B1-75CB-14E3-8451-E79963D2C9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559" y="1024594"/>
                <a:ext cx="203324" cy="246221"/>
              </a:xfrm>
              <a:prstGeom prst="rect">
                <a:avLst/>
              </a:prstGeom>
              <a:blipFill>
                <a:blip r:embed="rId13"/>
                <a:stretch>
                  <a:fillRect l="-22222" r="-5556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6" name="TextBox 195">
            <a:extLst>
              <a:ext uri="{FF2B5EF4-FFF2-40B4-BE49-F238E27FC236}">
                <a16:creationId xmlns:a16="http://schemas.microsoft.com/office/drawing/2014/main" id="{8356FE36-E812-DE4F-0704-5C6EC0973916}"/>
              </a:ext>
            </a:extLst>
          </p:cNvPr>
          <p:cNvSpPr txBox="1"/>
          <p:nvPr/>
        </p:nvSpPr>
        <p:spPr>
          <a:xfrm>
            <a:off x="1882713" y="1319967"/>
            <a:ext cx="10900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/>
            <a:r>
              <a:rPr lang="en-US" sz="1600" i="1" dirty="0"/>
              <a:t>+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E0EA4F6F-6385-5724-28B5-F570A7FC42A8}"/>
              </a:ext>
            </a:extLst>
          </p:cNvPr>
          <p:cNvSpPr txBox="1"/>
          <p:nvPr/>
        </p:nvSpPr>
        <p:spPr>
          <a:xfrm>
            <a:off x="4318083" y="1319967"/>
            <a:ext cx="11799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/>
            <a:r>
              <a:rPr lang="en-US" sz="1600" i="1" dirty="0"/>
              <a:t>+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587AD699-E816-FBFD-92A3-B7A2549E35F8}"/>
              </a:ext>
            </a:extLst>
          </p:cNvPr>
          <p:cNvSpPr txBox="1"/>
          <p:nvPr/>
        </p:nvSpPr>
        <p:spPr>
          <a:xfrm>
            <a:off x="4754730" y="1319967"/>
            <a:ext cx="10900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/>
            <a:r>
              <a:rPr lang="en-US" sz="1600" i="1" dirty="0"/>
              <a:t>+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0AA51321-BD19-A04A-F56D-BEB323363A81}"/>
              </a:ext>
            </a:extLst>
          </p:cNvPr>
          <p:cNvSpPr txBox="1"/>
          <p:nvPr/>
        </p:nvSpPr>
        <p:spPr>
          <a:xfrm>
            <a:off x="6117081" y="1319967"/>
            <a:ext cx="10900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/>
            <a:r>
              <a:rPr lang="en-US" sz="1600" i="1" dirty="0"/>
              <a:t>+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78684E49-EF1B-EC88-B5F2-B22495766289}"/>
              </a:ext>
            </a:extLst>
          </p:cNvPr>
          <p:cNvSpPr txBox="1"/>
          <p:nvPr/>
        </p:nvSpPr>
        <p:spPr>
          <a:xfrm>
            <a:off x="1893099" y="2013143"/>
            <a:ext cx="7053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i="1" dirty="0"/>
              <a:t>-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A2E1C263-80E6-A0A5-EE37-CEFA0204942D}"/>
              </a:ext>
            </a:extLst>
          </p:cNvPr>
          <p:cNvSpPr txBox="1"/>
          <p:nvPr/>
        </p:nvSpPr>
        <p:spPr>
          <a:xfrm>
            <a:off x="4324461" y="2013143"/>
            <a:ext cx="11799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-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DFA31A46-B3F3-0AB8-D0EA-F08E9AF61B97}"/>
              </a:ext>
            </a:extLst>
          </p:cNvPr>
          <p:cNvSpPr txBox="1"/>
          <p:nvPr/>
        </p:nvSpPr>
        <p:spPr>
          <a:xfrm>
            <a:off x="4795073" y="2013142"/>
            <a:ext cx="7053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i="1" dirty="0"/>
              <a:t>-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49B04E2C-D1EC-A6FE-2059-6EFEC36A8521}"/>
              </a:ext>
            </a:extLst>
          </p:cNvPr>
          <p:cNvSpPr txBox="1"/>
          <p:nvPr/>
        </p:nvSpPr>
        <p:spPr>
          <a:xfrm>
            <a:off x="6127467" y="2013143"/>
            <a:ext cx="7053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i="1" dirty="0"/>
              <a:t>-</a:t>
            </a:r>
          </a:p>
        </p:txBody>
      </p: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7CFC6B46-0043-667B-483A-8A498B0A9CC1}"/>
              </a:ext>
            </a:extLst>
          </p:cNvPr>
          <p:cNvCxnSpPr>
            <a:cxnSpLocks/>
          </p:cNvCxnSpPr>
          <p:nvPr/>
        </p:nvCxnSpPr>
        <p:spPr>
          <a:xfrm>
            <a:off x="2449982" y="2913367"/>
            <a:ext cx="2386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D80360B3-5D77-B51A-207E-3207AB35AD6B}"/>
              </a:ext>
            </a:extLst>
          </p:cNvPr>
          <p:cNvCxnSpPr/>
          <p:nvPr/>
        </p:nvCxnSpPr>
        <p:spPr>
          <a:xfrm>
            <a:off x="2594568" y="2910840"/>
            <a:ext cx="4510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B1457EFB-B79C-A413-7ED0-2A6A4BAE18E4}"/>
              </a:ext>
            </a:extLst>
          </p:cNvPr>
          <p:cNvGrpSpPr/>
          <p:nvPr/>
        </p:nvGrpSpPr>
        <p:grpSpPr>
          <a:xfrm rot="5400000">
            <a:off x="3219763" y="3221086"/>
            <a:ext cx="436046" cy="181282"/>
            <a:chOff x="3277851" y="1807688"/>
            <a:chExt cx="436046" cy="181282"/>
          </a:xfrm>
        </p:grpSpPr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716F8F54-D546-B2B0-97ED-59DB864BDFA0}"/>
                </a:ext>
              </a:extLst>
            </p:cNvPr>
            <p:cNvGrpSpPr/>
            <p:nvPr/>
          </p:nvGrpSpPr>
          <p:grpSpPr>
            <a:xfrm>
              <a:off x="3277851" y="1807688"/>
              <a:ext cx="145156" cy="180000"/>
              <a:chOff x="3277851" y="1807688"/>
              <a:chExt cx="145156" cy="180000"/>
            </a:xfrm>
          </p:grpSpPr>
          <p:grpSp>
            <p:nvGrpSpPr>
              <p:cNvPr id="222" name="Group 221">
                <a:extLst>
                  <a:ext uri="{FF2B5EF4-FFF2-40B4-BE49-F238E27FC236}">
                    <a16:creationId xmlns:a16="http://schemas.microsoft.com/office/drawing/2014/main" id="{641A149E-1888-93BA-D516-D3105A1802B9}"/>
                  </a:ext>
                </a:extLst>
              </p:cNvPr>
              <p:cNvGrpSpPr/>
              <p:nvPr/>
            </p:nvGrpSpPr>
            <p:grpSpPr>
              <a:xfrm>
                <a:off x="3277851" y="180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226" name="Straight Connector 225">
                  <a:extLst>
                    <a:ext uri="{FF2B5EF4-FFF2-40B4-BE49-F238E27FC236}">
                      <a16:creationId xmlns:a16="http://schemas.microsoft.com/office/drawing/2014/main" id="{D4582F35-49B7-7117-CD7D-EFD2B0F295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226">
                  <a:extLst>
                    <a:ext uri="{FF2B5EF4-FFF2-40B4-BE49-F238E27FC236}">
                      <a16:creationId xmlns:a16="http://schemas.microsoft.com/office/drawing/2014/main" id="{282E1B4D-00D4-CB6F-1C9B-D85C063752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3" name="Group 222">
                <a:extLst>
                  <a:ext uri="{FF2B5EF4-FFF2-40B4-BE49-F238E27FC236}">
                    <a16:creationId xmlns:a16="http://schemas.microsoft.com/office/drawing/2014/main" id="{AFB2A890-804D-DAB7-C0E2-463FE191AC5C}"/>
                  </a:ext>
                </a:extLst>
              </p:cNvPr>
              <p:cNvGrpSpPr/>
              <p:nvPr/>
            </p:nvGrpSpPr>
            <p:grpSpPr>
              <a:xfrm flipV="1">
                <a:off x="3351007" y="189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224" name="Straight Connector 223">
                  <a:extLst>
                    <a:ext uri="{FF2B5EF4-FFF2-40B4-BE49-F238E27FC236}">
                      <a16:creationId xmlns:a16="http://schemas.microsoft.com/office/drawing/2014/main" id="{0154B984-F878-EC27-F40E-C28AF52D81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Straight Connector 224">
                  <a:extLst>
                    <a:ext uri="{FF2B5EF4-FFF2-40B4-BE49-F238E27FC236}">
                      <a16:creationId xmlns:a16="http://schemas.microsoft.com/office/drawing/2014/main" id="{37D9095E-35EB-99AD-5D84-F0DC7C891A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59B15984-5502-A497-8F76-496FF05417AB}"/>
                </a:ext>
              </a:extLst>
            </p:cNvPr>
            <p:cNvGrpSpPr/>
            <p:nvPr/>
          </p:nvGrpSpPr>
          <p:grpSpPr>
            <a:xfrm>
              <a:off x="3423007" y="1808970"/>
              <a:ext cx="145156" cy="180000"/>
              <a:chOff x="3277851" y="1807688"/>
              <a:chExt cx="145156" cy="180000"/>
            </a:xfrm>
          </p:grpSpPr>
          <p:grpSp>
            <p:nvGrpSpPr>
              <p:cNvPr id="216" name="Group 215">
                <a:extLst>
                  <a:ext uri="{FF2B5EF4-FFF2-40B4-BE49-F238E27FC236}">
                    <a16:creationId xmlns:a16="http://schemas.microsoft.com/office/drawing/2014/main" id="{90D67406-CAB8-CDD3-E3BB-51442C5830E5}"/>
                  </a:ext>
                </a:extLst>
              </p:cNvPr>
              <p:cNvGrpSpPr/>
              <p:nvPr/>
            </p:nvGrpSpPr>
            <p:grpSpPr>
              <a:xfrm>
                <a:off x="3277851" y="180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220" name="Straight Connector 219">
                  <a:extLst>
                    <a:ext uri="{FF2B5EF4-FFF2-40B4-BE49-F238E27FC236}">
                      <a16:creationId xmlns:a16="http://schemas.microsoft.com/office/drawing/2014/main" id="{BDC8E030-C740-06AB-CEE4-C0FF546AAC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Straight Connector 220">
                  <a:extLst>
                    <a:ext uri="{FF2B5EF4-FFF2-40B4-BE49-F238E27FC236}">
                      <a16:creationId xmlns:a16="http://schemas.microsoft.com/office/drawing/2014/main" id="{B1F9C590-3999-96DA-6067-74B2F62360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7" name="Group 216">
                <a:extLst>
                  <a:ext uri="{FF2B5EF4-FFF2-40B4-BE49-F238E27FC236}">
                    <a16:creationId xmlns:a16="http://schemas.microsoft.com/office/drawing/2014/main" id="{2CD92959-B8B2-3771-4D54-1B848870A954}"/>
                  </a:ext>
                </a:extLst>
              </p:cNvPr>
              <p:cNvGrpSpPr/>
              <p:nvPr/>
            </p:nvGrpSpPr>
            <p:grpSpPr>
              <a:xfrm flipV="1">
                <a:off x="3351007" y="189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218" name="Straight Connector 217">
                  <a:extLst>
                    <a:ext uri="{FF2B5EF4-FFF2-40B4-BE49-F238E27FC236}">
                      <a16:creationId xmlns:a16="http://schemas.microsoft.com/office/drawing/2014/main" id="{D262EEE7-8724-61F2-AB2D-5CC3E26F22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Straight Connector 218">
                  <a:extLst>
                    <a:ext uri="{FF2B5EF4-FFF2-40B4-BE49-F238E27FC236}">
                      <a16:creationId xmlns:a16="http://schemas.microsoft.com/office/drawing/2014/main" id="{D7D347C9-83F8-44D8-DB86-694D1B3093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D8784C40-4E6B-3EA5-7AB4-E28DE8D41686}"/>
                </a:ext>
              </a:extLst>
            </p:cNvPr>
            <p:cNvGrpSpPr/>
            <p:nvPr/>
          </p:nvGrpSpPr>
          <p:grpSpPr>
            <a:xfrm>
              <a:off x="3568741" y="1807688"/>
              <a:ext cx="145156" cy="180000"/>
              <a:chOff x="3277851" y="1807688"/>
              <a:chExt cx="145156" cy="180000"/>
            </a:xfrm>
          </p:grpSpPr>
          <p:grpSp>
            <p:nvGrpSpPr>
              <p:cNvPr id="210" name="Group 209">
                <a:extLst>
                  <a:ext uri="{FF2B5EF4-FFF2-40B4-BE49-F238E27FC236}">
                    <a16:creationId xmlns:a16="http://schemas.microsoft.com/office/drawing/2014/main" id="{08A32FA4-A0C6-14DE-D733-54A2276AD523}"/>
                  </a:ext>
                </a:extLst>
              </p:cNvPr>
              <p:cNvGrpSpPr/>
              <p:nvPr/>
            </p:nvGrpSpPr>
            <p:grpSpPr>
              <a:xfrm>
                <a:off x="3277851" y="180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214" name="Straight Connector 213">
                  <a:extLst>
                    <a:ext uri="{FF2B5EF4-FFF2-40B4-BE49-F238E27FC236}">
                      <a16:creationId xmlns:a16="http://schemas.microsoft.com/office/drawing/2014/main" id="{C0D7C70D-06CD-B6B6-AB52-8D5D180294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Straight Connector 214">
                  <a:extLst>
                    <a:ext uri="{FF2B5EF4-FFF2-40B4-BE49-F238E27FC236}">
                      <a16:creationId xmlns:a16="http://schemas.microsoft.com/office/drawing/2014/main" id="{FC8C2A89-870E-6DD2-9B70-52B6C803F8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1" name="Group 210">
                <a:extLst>
                  <a:ext uri="{FF2B5EF4-FFF2-40B4-BE49-F238E27FC236}">
                    <a16:creationId xmlns:a16="http://schemas.microsoft.com/office/drawing/2014/main" id="{836A8C70-8761-D9E3-0758-934157D59F2E}"/>
                  </a:ext>
                </a:extLst>
              </p:cNvPr>
              <p:cNvGrpSpPr/>
              <p:nvPr/>
            </p:nvGrpSpPr>
            <p:grpSpPr>
              <a:xfrm flipV="1">
                <a:off x="3351007" y="189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212" name="Straight Connector 211">
                  <a:extLst>
                    <a:ext uri="{FF2B5EF4-FFF2-40B4-BE49-F238E27FC236}">
                      <a16:creationId xmlns:a16="http://schemas.microsoft.com/office/drawing/2014/main" id="{F31019A1-DAF0-82C5-5E78-E078C5F98E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Straight Connector 212">
                  <a:extLst>
                    <a:ext uri="{FF2B5EF4-FFF2-40B4-BE49-F238E27FC236}">
                      <a16:creationId xmlns:a16="http://schemas.microsoft.com/office/drawing/2014/main" id="{72D69A9D-B559-FD51-6D7D-0C67620EE4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76F08969-337F-1ACE-4D25-B6B0C050A463}"/>
              </a:ext>
            </a:extLst>
          </p:cNvPr>
          <p:cNvGrpSpPr/>
          <p:nvPr/>
        </p:nvGrpSpPr>
        <p:grpSpPr>
          <a:xfrm>
            <a:off x="2688675" y="2833825"/>
            <a:ext cx="554957" cy="180000"/>
            <a:chOff x="2224309" y="1762688"/>
            <a:chExt cx="554957" cy="180000"/>
          </a:xfrm>
        </p:grpSpPr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1EF389E1-FDCD-3DA3-C4AF-827CCB47B62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24309" y="1762688"/>
              <a:ext cx="180000" cy="180000"/>
              <a:chOff x="708025" y="1311275"/>
              <a:chExt cx="914400" cy="914400"/>
            </a:xfrm>
          </p:grpSpPr>
          <p:sp>
            <p:nvSpPr>
              <p:cNvPr id="236" name="Arc 235">
                <a:extLst>
                  <a:ext uri="{FF2B5EF4-FFF2-40B4-BE49-F238E27FC236}">
                    <a16:creationId xmlns:a16="http://schemas.microsoft.com/office/drawing/2014/main" id="{3E6FDCE7-BC65-4291-DF5D-7EC2B0265B3A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237" name="Arc 236">
                <a:extLst>
                  <a:ext uri="{FF2B5EF4-FFF2-40B4-BE49-F238E27FC236}">
                    <a16:creationId xmlns:a16="http://schemas.microsoft.com/office/drawing/2014/main" id="{20D2EDE2-9D4D-C44F-3EF7-C2BE9891DD7D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D33F8406-4BD2-27C5-8527-1EA78A91170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10137" y="1762688"/>
              <a:ext cx="180000" cy="180000"/>
              <a:chOff x="708025" y="1311275"/>
              <a:chExt cx="914400" cy="914400"/>
            </a:xfrm>
          </p:grpSpPr>
          <p:sp>
            <p:nvSpPr>
              <p:cNvPr id="234" name="Arc 233">
                <a:extLst>
                  <a:ext uri="{FF2B5EF4-FFF2-40B4-BE49-F238E27FC236}">
                    <a16:creationId xmlns:a16="http://schemas.microsoft.com/office/drawing/2014/main" id="{A41D48BC-2259-9055-235E-13E5598B4F1D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235" name="Arc 234">
                <a:extLst>
                  <a:ext uri="{FF2B5EF4-FFF2-40B4-BE49-F238E27FC236}">
                    <a16:creationId xmlns:a16="http://schemas.microsoft.com/office/drawing/2014/main" id="{E2ACBBED-2EFA-AFC3-5F86-DDF136FFDB1B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A3A0BDCE-14F3-77FB-80B1-0B15EFDB024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99266" y="1762688"/>
              <a:ext cx="180000" cy="180000"/>
              <a:chOff x="708025" y="1311275"/>
              <a:chExt cx="914400" cy="914400"/>
            </a:xfrm>
          </p:grpSpPr>
          <p:sp>
            <p:nvSpPr>
              <p:cNvPr id="232" name="Arc 231">
                <a:extLst>
                  <a:ext uri="{FF2B5EF4-FFF2-40B4-BE49-F238E27FC236}">
                    <a16:creationId xmlns:a16="http://schemas.microsoft.com/office/drawing/2014/main" id="{8013B62C-4D19-29E5-AB8C-880C51845B2F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233" name="Arc 232">
                <a:extLst>
                  <a:ext uri="{FF2B5EF4-FFF2-40B4-BE49-F238E27FC236}">
                    <a16:creationId xmlns:a16="http://schemas.microsoft.com/office/drawing/2014/main" id="{21A0698B-EAD1-CB04-EF99-06525D727947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</p:grp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BA96C582-A9FB-6EE6-44C4-0AFE38A370C7}"/>
              </a:ext>
            </a:extLst>
          </p:cNvPr>
          <p:cNvCxnSpPr>
            <a:cxnSpLocks/>
          </p:cNvCxnSpPr>
          <p:nvPr/>
        </p:nvCxnSpPr>
        <p:spPr>
          <a:xfrm>
            <a:off x="3235829" y="2913367"/>
            <a:ext cx="4221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91E5F1F0-ADAF-4387-CE0A-54F028F48363}"/>
              </a:ext>
            </a:extLst>
          </p:cNvPr>
          <p:cNvCxnSpPr/>
          <p:nvPr/>
        </p:nvCxnSpPr>
        <p:spPr>
          <a:xfrm flipV="1">
            <a:off x="3437145" y="2923359"/>
            <a:ext cx="0" cy="1703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6C145D70-648C-F3C0-99A7-2D610E7C3A45}"/>
              </a:ext>
            </a:extLst>
          </p:cNvPr>
          <p:cNvCxnSpPr/>
          <p:nvPr/>
        </p:nvCxnSpPr>
        <p:spPr>
          <a:xfrm>
            <a:off x="3437145" y="3529750"/>
            <a:ext cx="0" cy="2738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4CBBC031-D6D7-272E-0750-4BA033907974}"/>
              </a:ext>
            </a:extLst>
          </p:cNvPr>
          <p:cNvCxnSpPr>
            <a:cxnSpLocks/>
          </p:cNvCxnSpPr>
          <p:nvPr/>
        </p:nvCxnSpPr>
        <p:spPr>
          <a:xfrm>
            <a:off x="1896968" y="3799095"/>
            <a:ext cx="17533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E8A02600-7F46-4446-7482-D7CE2AF2CBE7}"/>
                  </a:ext>
                </a:extLst>
              </p:cNvPr>
              <p:cNvSpPr txBox="1"/>
              <p:nvPr/>
            </p:nvSpPr>
            <p:spPr>
              <a:xfrm>
                <a:off x="1832936" y="3215473"/>
                <a:ext cx="233013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i="1" dirty="0"/>
              </a:p>
            </p:txBody>
          </p:sp>
        </mc:Choice>
        <mc:Fallback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E8A02600-7F46-4446-7482-D7CE2AF2CB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2936" y="3215473"/>
                <a:ext cx="233013" cy="246221"/>
              </a:xfrm>
              <a:prstGeom prst="rect">
                <a:avLst/>
              </a:prstGeom>
              <a:blipFill>
                <a:blip r:embed="rId14"/>
                <a:stretch>
                  <a:fillRect l="-21053" r="-10526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9FEAD6B5-BCB2-F0E5-7C3B-2810A23BA830}"/>
                  </a:ext>
                </a:extLst>
              </p:cNvPr>
              <p:cNvSpPr txBox="1"/>
              <p:nvPr/>
            </p:nvSpPr>
            <p:spPr>
              <a:xfrm>
                <a:off x="2872583" y="2541676"/>
                <a:ext cx="211596" cy="2405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CA" sz="1600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600" i="1" baseline="-25000" dirty="0"/>
              </a:p>
            </p:txBody>
          </p:sp>
        </mc:Choice>
        <mc:Fallback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9FEAD6B5-BCB2-F0E5-7C3B-2810A23BA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2583" y="2541676"/>
                <a:ext cx="211596" cy="240579"/>
              </a:xfrm>
              <a:prstGeom prst="rect">
                <a:avLst/>
              </a:prstGeom>
              <a:blipFill>
                <a:blip r:embed="rId15"/>
                <a:stretch>
                  <a:fillRect l="-29412" r="-17647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BDFFB780-34D8-B444-3D02-7686A913821E}"/>
                  </a:ext>
                </a:extLst>
              </p:cNvPr>
              <p:cNvSpPr txBox="1"/>
              <p:nvPr/>
            </p:nvSpPr>
            <p:spPr>
              <a:xfrm>
                <a:off x="3081456" y="3141281"/>
                <a:ext cx="266971" cy="2405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CA" sz="1600" b="0" i="1" baseline="-2500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1600" i="1" baseline="-25000" dirty="0"/>
              </a:p>
            </p:txBody>
          </p:sp>
        </mc:Choice>
        <mc:Fallback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BDFFB780-34D8-B444-3D02-7686A9138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456" y="3141281"/>
                <a:ext cx="266971" cy="240579"/>
              </a:xfrm>
              <a:prstGeom prst="rect">
                <a:avLst/>
              </a:prstGeom>
              <a:blipFill>
                <a:blip r:embed="rId16"/>
                <a:stretch>
                  <a:fillRect l="-13636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8" name="Group 257">
            <a:extLst>
              <a:ext uri="{FF2B5EF4-FFF2-40B4-BE49-F238E27FC236}">
                <a16:creationId xmlns:a16="http://schemas.microsoft.com/office/drawing/2014/main" id="{48F83237-F839-3D46-8EC1-90148420589A}"/>
              </a:ext>
            </a:extLst>
          </p:cNvPr>
          <p:cNvGrpSpPr/>
          <p:nvPr/>
        </p:nvGrpSpPr>
        <p:grpSpPr>
          <a:xfrm>
            <a:off x="3575225" y="2907034"/>
            <a:ext cx="180000" cy="880231"/>
            <a:chOff x="4404144" y="1368001"/>
            <a:chExt cx="180000" cy="880231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1AACBD29-D01C-9EEE-8F87-F36E39E3B685}"/>
                </a:ext>
              </a:extLst>
            </p:cNvPr>
            <p:cNvGrpSpPr/>
            <p:nvPr/>
          </p:nvGrpSpPr>
          <p:grpSpPr>
            <a:xfrm rot="5400000">
              <a:off x="4216665" y="1715757"/>
              <a:ext cx="554957" cy="180000"/>
              <a:chOff x="2224309" y="1762688"/>
              <a:chExt cx="554957" cy="180000"/>
            </a:xfrm>
          </p:grpSpPr>
          <p:grpSp>
            <p:nvGrpSpPr>
              <p:cNvPr id="262" name="Group 261">
                <a:extLst>
                  <a:ext uri="{FF2B5EF4-FFF2-40B4-BE49-F238E27FC236}">
                    <a16:creationId xmlns:a16="http://schemas.microsoft.com/office/drawing/2014/main" id="{11694ECE-936F-61F6-D900-BA838379C88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224309" y="1762688"/>
                <a:ext cx="180000" cy="180000"/>
                <a:chOff x="708025" y="1311275"/>
                <a:chExt cx="914400" cy="914400"/>
              </a:xfrm>
            </p:grpSpPr>
            <p:sp>
              <p:nvSpPr>
                <p:cNvPr id="269" name="Arc 268">
                  <a:extLst>
                    <a:ext uri="{FF2B5EF4-FFF2-40B4-BE49-F238E27FC236}">
                      <a16:creationId xmlns:a16="http://schemas.microsoft.com/office/drawing/2014/main" id="{909D8D86-CE3B-A1C6-668B-053AD20A72D3}"/>
                    </a:ext>
                  </a:extLst>
                </p:cNvPr>
                <p:cNvSpPr/>
                <p:nvPr/>
              </p:nvSpPr>
              <p:spPr>
                <a:xfrm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270" name="Arc 269">
                  <a:extLst>
                    <a:ext uri="{FF2B5EF4-FFF2-40B4-BE49-F238E27FC236}">
                      <a16:creationId xmlns:a16="http://schemas.microsoft.com/office/drawing/2014/main" id="{E2850446-1631-1142-56E6-64C421320F76}"/>
                    </a:ext>
                  </a:extLst>
                </p:cNvPr>
                <p:cNvSpPr/>
                <p:nvPr/>
              </p:nvSpPr>
              <p:spPr>
                <a:xfrm flipH="1"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</p:grpSp>
          <p:grpSp>
            <p:nvGrpSpPr>
              <p:cNvPr id="263" name="Group 262">
                <a:extLst>
                  <a:ext uri="{FF2B5EF4-FFF2-40B4-BE49-F238E27FC236}">
                    <a16:creationId xmlns:a16="http://schemas.microsoft.com/office/drawing/2014/main" id="{444CCB90-3DE8-C1A4-F817-7DD78F14CD6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410137" y="1762688"/>
                <a:ext cx="180000" cy="180000"/>
                <a:chOff x="708025" y="1311275"/>
                <a:chExt cx="914400" cy="914400"/>
              </a:xfrm>
            </p:grpSpPr>
            <p:sp>
              <p:nvSpPr>
                <p:cNvPr id="267" name="Arc 266">
                  <a:extLst>
                    <a:ext uri="{FF2B5EF4-FFF2-40B4-BE49-F238E27FC236}">
                      <a16:creationId xmlns:a16="http://schemas.microsoft.com/office/drawing/2014/main" id="{B8C5FFBB-3E55-D7E7-0C7A-11F914B2B834}"/>
                    </a:ext>
                  </a:extLst>
                </p:cNvPr>
                <p:cNvSpPr/>
                <p:nvPr/>
              </p:nvSpPr>
              <p:spPr>
                <a:xfrm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268" name="Arc 267">
                  <a:extLst>
                    <a:ext uri="{FF2B5EF4-FFF2-40B4-BE49-F238E27FC236}">
                      <a16:creationId xmlns:a16="http://schemas.microsoft.com/office/drawing/2014/main" id="{3396DC21-22F1-18D2-5C4E-4E6B533C3E7E}"/>
                    </a:ext>
                  </a:extLst>
                </p:cNvPr>
                <p:cNvSpPr/>
                <p:nvPr/>
              </p:nvSpPr>
              <p:spPr>
                <a:xfrm flipH="1"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</p:grpSp>
          <p:grpSp>
            <p:nvGrpSpPr>
              <p:cNvPr id="264" name="Group 263">
                <a:extLst>
                  <a:ext uri="{FF2B5EF4-FFF2-40B4-BE49-F238E27FC236}">
                    <a16:creationId xmlns:a16="http://schemas.microsoft.com/office/drawing/2014/main" id="{905D0974-8B3C-F027-3B86-008BC02B427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599266" y="1762688"/>
                <a:ext cx="180000" cy="180000"/>
                <a:chOff x="708025" y="1311275"/>
                <a:chExt cx="914400" cy="914400"/>
              </a:xfrm>
            </p:grpSpPr>
            <p:sp>
              <p:nvSpPr>
                <p:cNvPr id="265" name="Arc 264">
                  <a:extLst>
                    <a:ext uri="{FF2B5EF4-FFF2-40B4-BE49-F238E27FC236}">
                      <a16:creationId xmlns:a16="http://schemas.microsoft.com/office/drawing/2014/main" id="{161F5F19-2DD0-37BB-C59D-9768DC864515}"/>
                    </a:ext>
                  </a:extLst>
                </p:cNvPr>
                <p:cNvSpPr/>
                <p:nvPr/>
              </p:nvSpPr>
              <p:spPr>
                <a:xfrm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266" name="Arc 265">
                  <a:extLst>
                    <a:ext uri="{FF2B5EF4-FFF2-40B4-BE49-F238E27FC236}">
                      <a16:creationId xmlns:a16="http://schemas.microsoft.com/office/drawing/2014/main" id="{968EF58A-C331-40C2-7738-DB01A36E6DA0}"/>
                    </a:ext>
                  </a:extLst>
                </p:cNvPr>
                <p:cNvSpPr/>
                <p:nvPr/>
              </p:nvSpPr>
              <p:spPr>
                <a:xfrm flipH="1"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</p:grpSp>
        </p:grp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36DEFA36-E8C9-EA70-ABEE-B203DD84B2A9}"/>
                </a:ext>
              </a:extLst>
            </p:cNvPr>
            <p:cNvCxnSpPr/>
            <p:nvPr/>
          </p:nvCxnSpPr>
          <p:spPr>
            <a:xfrm flipV="1">
              <a:off x="4486940" y="1368001"/>
              <a:ext cx="0" cy="1703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08EB577E-2726-BD57-3B8B-81C5C2534848}"/>
                </a:ext>
              </a:extLst>
            </p:cNvPr>
            <p:cNvCxnSpPr>
              <a:cxnSpLocks/>
            </p:cNvCxnSpPr>
            <p:nvPr/>
          </p:nvCxnSpPr>
          <p:spPr>
            <a:xfrm>
              <a:off x="4486940" y="2070137"/>
              <a:ext cx="0" cy="17809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3D51955F-2714-ADC2-3C83-7D43F9F5534E}"/>
              </a:ext>
            </a:extLst>
          </p:cNvPr>
          <p:cNvGrpSpPr/>
          <p:nvPr/>
        </p:nvGrpSpPr>
        <p:grpSpPr>
          <a:xfrm rot="10800000">
            <a:off x="2024069" y="2815469"/>
            <a:ext cx="436046" cy="181282"/>
            <a:chOff x="3277851" y="1807688"/>
            <a:chExt cx="436046" cy="181282"/>
          </a:xfrm>
        </p:grpSpPr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9E4CEA7C-142D-E627-27A4-702FC2379EE7}"/>
                </a:ext>
              </a:extLst>
            </p:cNvPr>
            <p:cNvGrpSpPr/>
            <p:nvPr/>
          </p:nvGrpSpPr>
          <p:grpSpPr>
            <a:xfrm>
              <a:off x="3277851" y="1807688"/>
              <a:ext cx="145156" cy="180000"/>
              <a:chOff x="3277851" y="1807688"/>
              <a:chExt cx="145156" cy="180000"/>
            </a:xfrm>
          </p:grpSpPr>
          <p:grpSp>
            <p:nvGrpSpPr>
              <p:cNvPr id="300" name="Group 299">
                <a:extLst>
                  <a:ext uri="{FF2B5EF4-FFF2-40B4-BE49-F238E27FC236}">
                    <a16:creationId xmlns:a16="http://schemas.microsoft.com/office/drawing/2014/main" id="{D1852F68-5B1E-2556-855D-3E8A21F38712}"/>
                  </a:ext>
                </a:extLst>
              </p:cNvPr>
              <p:cNvGrpSpPr/>
              <p:nvPr/>
            </p:nvGrpSpPr>
            <p:grpSpPr>
              <a:xfrm>
                <a:off x="3277851" y="180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304" name="Straight Connector 303">
                  <a:extLst>
                    <a:ext uri="{FF2B5EF4-FFF2-40B4-BE49-F238E27FC236}">
                      <a16:creationId xmlns:a16="http://schemas.microsoft.com/office/drawing/2014/main" id="{FB4E282F-7A62-D4C9-8E8C-4536379FD3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Connector 304">
                  <a:extLst>
                    <a:ext uri="{FF2B5EF4-FFF2-40B4-BE49-F238E27FC236}">
                      <a16:creationId xmlns:a16="http://schemas.microsoft.com/office/drawing/2014/main" id="{C5522585-620E-2ADA-D871-2996D52BD7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1" name="Group 300">
                <a:extLst>
                  <a:ext uri="{FF2B5EF4-FFF2-40B4-BE49-F238E27FC236}">
                    <a16:creationId xmlns:a16="http://schemas.microsoft.com/office/drawing/2014/main" id="{4FDBDBF9-C870-274A-D93C-A19AFA058B3D}"/>
                  </a:ext>
                </a:extLst>
              </p:cNvPr>
              <p:cNvGrpSpPr/>
              <p:nvPr/>
            </p:nvGrpSpPr>
            <p:grpSpPr>
              <a:xfrm flipV="1">
                <a:off x="3351007" y="189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302" name="Straight Connector 301">
                  <a:extLst>
                    <a:ext uri="{FF2B5EF4-FFF2-40B4-BE49-F238E27FC236}">
                      <a16:creationId xmlns:a16="http://schemas.microsoft.com/office/drawing/2014/main" id="{7E916553-0C84-AE04-3F58-756D8D5823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>
                  <a:extLst>
                    <a:ext uri="{FF2B5EF4-FFF2-40B4-BE49-F238E27FC236}">
                      <a16:creationId xmlns:a16="http://schemas.microsoft.com/office/drawing/2014/main" id="{D1A9E6C4-0ED9-6021-D325-CE6569ECB6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879D5D03-ADA8-55DD-7C0F-7836F1AF9B2D}"/>
                </a:ext>
              </a:extLst>
            </p:cNvPr>
            <p:cNvGrpSpPr/>
            <p:nvPr/>
          </p:nvGrpSpPr>
          <p:grpSpPr>
            <a:xfrm>
              <a:off x="3423007" y="1808970"/>
              <a:ext cx="145156" cy="180000"/>
              <a:chOff x="3277851" y="1807688"/>
              <a:chExt cx="145156" cy="180000"/>
            </a:xfrm>
          </p:grpSpPr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B33A740F-2045-33C6-69BE-743775395940}"/>
                  </a:ext>
                </a:extLst>
              </p:cNvPr>
              <p:cNvGrpSpPr/>
              <p:nvPr/>
            </p:nvGrpSpPr>
            <p:grpSpPr>
              <a:xfrm>
                <a:off x="3277851" y="180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298" name="Straight Connector 297">
                  <a:extLst>
                    <a:ext uri="{FF2B5EF4-FFF2-40B4-BE49-F238E27FC236}">
                      <a16:creationId xmlns:a16="http://schemas.microsoft.com/office/drawing/2014/main" id="{59E30AB1-2B6C-CB66-3DC1-2843857917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Straight Connector 298">
                  <a:extLst>
                    <a:ext uri="{FF2B5EF4-FFF2-40B4-BE49-F238E27FC236}">
                      <a16:creationId xmlns:a16="http://schemas.microsoft.com/office/drawing/2014/main" id="{97C6A613-1CCA-1535-A46B-7AF9AE5E30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5" name="Group 294">
                <a:extLst>
                  <a:ext uri="{FF2B5EF4-FFF2-40B4-BE49-F238E27FC236}">
                    <a16:creationId xmlns:a16="http://schemas.microsoft.com/office/drawing/2014/main" id="{1CCDF083-F204-5B22-4307-F44B5A2AA744}"/>
                  </a:ext>
                </a:extLst>
              </p:cNvPr>
              <p:cNvGrpSpPr/>
              <p:nvPr/>
            </p:nvGrpSpPr>
            <p:grpSpPr>
              <a:xfrm flipV="1">
                <a:off x="3351007" y="189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296" name="Straight Connector 295">
                  <a:extLst>
                    <a:ext uri="{FF2B5EF4-FFF2-40B4-BE49-F238E27FC236}">
                      <a16:creationId xmlns:a16="http://schemas.microsoft.com/office/drawing/2014/main" id="{D856AEEA-E21D-AE09-83FF-FB95444C86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Straight Connector 296">
                  <a:extLst>
                    <a:ext uri="{FF2B5EF4-FFF2-40B4-BE49-F238E27FC236}">
                      <a16:creationId xmlns:a16="http://schemas.microsoft.com/office/drawing/2014/main" id="{22ACCE98-647F-7F41-BF7B-CAD46218EC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87" name="Group 286">
              <a:extLst>
                <a:ext uri="{FF2B5EF4-FFF2-40B4-BE49-F238E27FC236}">
                  <a16:creationId xmlns:a16="http://schemas.microsoft.com/office/drawing/2014/main" id="{C240B0DA-B218-0C09-300F-02C3877E3085}"/>
                </a:ext>
              </a:extLst>
            </p:cNvPr>
            <p:cNvGrpSpPr/>
            <p:nvPr/>
          </p:nvGrpSpPr>
          <p:grpSpPr>
            <a:xfrm>
              <a:off x="3568741" y="1807688"/>
              <a:ext cx="145156" cy="180000"/>
              <a:chOff x="3277851" y="1807688"/>
              <a:chExt cx="145156" cy="180000"/>
            </a:xfrm>
          </p:grpSpPr>
          <p:grpSp>
            <p:nvGrpSpPr>
              <p:cNvPr id="288" name="Group 287">
                <a:extLst>
                  <a:ext uri="{FF2B5EF4-FFF2-40B4-BE49-F238E27FC236}">
                    <a16:creationId xmlns:a16="http://schemas.microsoft.com/office/drawing/2014/main" id="{342FD710-F31E-13C3-6216-ABFC8D0AA304}"/>
                  </a:ext>
                </a:extLst>
              </p:cNvPr>
              <p:cNvGrpSpPr/>
              <p:nvPr/>
            </p:nvGrpSpPr>
            <p:grpSpPr>
              <a:xfrm>
                <a:off x="3277851" y="180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292" name="Straight Connector 291">
                  <a:extLst>
                    <a:ext uri="{FF2B5EF4-FFF2-40B4-BE49-F238E27FC236}">
                      <a16:creationId xmlns:a16="http://schemas.microsoft.com/office/drawing/2014/main" id="{F43B3458-54B5-FBE8-E433-85EA91CD22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Straight Connector 292">
                  <a:extLst>
                    <a:ext uri="{FF2B5EF4-FFF2-40B4-BE49-F238E27FC236}">
                      <a16:creationId xmlns:a16="http://schemas.microsoft.com/office/drawing/2014/main" id="{365B1DDE-5DD3-8A82-8066-24A1FDAC94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9" name="Group 288">
                <a:extLst>
                  <a:ext uri="{FF2B5EF4-FFF2-40B4-BE49-F238E27FC236}">
                    <a16:creationId xmlns:a16="http://schemas.microsoft.com/office/drawing/2014/main" id="{5B164F5C-7433-2918-10AB-D653B0ED3E05}"/>
                  </a:ext>
                </a:extLst>
              </p:cNvPr>
              <p:cNvGrpSpPr/>
              <p:nvPr/>
            </p:nvGrpSpPr>
            <p:grpSpPr>
              <a:xfrm flipV="1">
                <a:off x="3351007" y="189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290" name="Straight Connector 289">
                  <a:extLst>
                    <a:ext uri="{FF2B5EF4-FFF2-40B4-BE49-F238E27FC236}">
                      <a16:creationId xmlns:a16="http://schemas.microsoft.com/office/drawing/2014/main" id="{C24525A2-BEC9-3452-97BB-93283E75C3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1" name="Straight Connector 290">
                  <a:extLst>
                    <a:ext uri="{FF2B5EF4-FFF2-40B4-BE49-F238E27FC236}">
                      <a16:creationId xmlns:a16="http://schemas.microsoft.com/office/drawing/2014/main" id="{3272124E-EBB0-5A95-6647-87DC30D4AC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7BDAF983-AAF3-8A94-91F0-0A3874632B0B}"/>
              </a:ext>
            </a:extLst>
          </p:cNvPr>
          <p:cNvCxnSpPr>
            <a:cxnSpLocks/>
          </p:cNvCxnSpPr>
          <p:nvPr/>
        </p:nvCxnSpPr>
        <p:spPr>
          <a:xfrm>
            <a:off x="1904717" y="2913367"/>
            <a:ext cx="1179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960350FD-1BF1-EB3D-F932-136969656788}"/>
                  </a:ext>
                </a:extLst>
              </p:cNvPr>
              <p:cNvSpPr txBox="1"/>
              <p:nvPr/>
            </p:nvSpPr>
            <p:spPr>
              <a:xfrm>
                <a:off x="3801399" y="3146093"/>
                <a:ext cx="266971" cy="2405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b="0" i="1" smtClean="0">
                          <a:latin typeface="Cambria Math" panose="02040503050406030204" pitchFamily="18" charset="0"/>
                        </a:rPr>
                        <m:t>𝑗𝑋</m:t>
                      </m:r>
                      <m:r>
                        <a:rPr lang="en-CA" sz="1600" b="0" i="1" baseline="-25000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1600" i="1" baseline="-25000" dirty="0"/>
              </a:p>
            </p:txBody>
          </p:sp>
        </mc:Choice>
        <mc:Fallback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960350FD-1BF1-EB3D-F932-136969656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399" y="3146093"/>
                <a:ext cx="266971" cy="240579"/>
              </a:xfrm>
              <a:prstGeom prst="rect">
                <a:avLst/>
              </a:prstGeom>
              <a:blipFill>
                <a:blip r:embed="rId17"/>
                <a:stretch>
                  <a:fillRect l="-31818" r="-31818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02D15EBA-9D84-A2FA-353A-B64553F32AB5}"/>
                  </a:ext>
                </a:extLst>
              </p:cNvPr>
              <p:cNvSpPr txBox="1"/>
              <p:nvPr/>
            </p:nvSpPr>
            <p:spPr>
              <a:xfrm>
                <a:off x="2097746" y="2541676"/>
                <a:ext cx="234038" cy="2405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CA" sz="1600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600" i="1" baseline="-25000" dirty="0"/>
              </a:p>
            </p:txBody>
          </p:sp>
        </mc:Choice>
        <mc:Fallback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02D15EBA-9D84-A2FA-353A-B64553F32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746" y="2541676"/>
                <a:ext cx="234038" cy="240579"/>
              </a:xfrm>
              <a:prstGeom prst="rect">
                <a:avLst/>
              </a:prstGeom>
              <a:blipFill>
                <a:blip r:embed="rId18"/>
                <a:stretch>
                  <a:fillRect l="-26316" r="-15789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9" name="Group 308">
            <a:extLst>
              <a:ext uri="{FF2B5EF4-FFF2-40B4-BE49-F238E27FC236}">
                <a16:creationId xmlns:a16="http://schemas.microsoft.com/office/drawing/2014/main" id="{DD0C9F85-FAFD-0774-7AF9-EA85D6EADB6B}"/>
              </a:ext>
            </a:extLst>
          </p:cNvPr>
          <p:cNvGrpSpPr/>
          <p:nvPr/>
        </p:nvGrpSpPr>
        <p:grpSpPr>
          <a:xfrm>
            <a:off x="3771440" y="2823367"/>
            <a:ext cx="554957" cy="180000"/>
            <a:chOff x="2224309" y="1762688"/>
            <a:chExt cx="554957" cy="180000"/>
          </a:xfrm>
        </p:grpSpPr>
        <p:grpSp>
          <p:nvGrpSpPr>
            <p:cNvPr id="310" name="Group 309">
              <a:extLst>
                <a:ext uri="{FF2B5EF4-FFF2-40B4-BE49-F238E27FC236}">
                  <a16:creationId xmlns:a16="http://schemas.microsoft.com/office/drawing/2014/main" id="{8D05B3AF-8481-DF41-BD6E-7A6F9DFB3A5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24309" y="1762688"/>
              <a:ext cx="180000" cy="180000"/>
              <a:chOff x="708025" y="1311275"/>
              <a:chExt cx="914400" cy="914400"/>
            </a:xfrm>
          </p:grpSpPr>
          <p:sp>
            <p:nvSpPr>
              <p:cNvPr id="317" name="Arc 316">
                <a:extLst>
                  <a:ext uri="{FF2B5EF4-FFF2-40B4-BE49-F238E27FC236}">
                    <a16:creationId xmlns:a16="http://schemas.microsoft.com/office/drawing/2014/main" id="{06B2BBC7-B909-CBE2-199D-61B3CC4C5219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318" name="Arc 317">
                <a:extLst>
                  <a:ext uri="{FF2B5EF4-FFF2-40B4-BE49-F238E27FC236}">
                    <a16:creationId xmlns:a16="http://schemas.microsoft.com/office/drawing/2014/main" id="{3010E273-0A7C-F572-9B07-FF86A496E47D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grpSp>
          <p:nvGrpSpPr>
            <p:cNvPr id="311" name="Group 310">
              <a:extLst>
                <a:ext uri="{FF2B5EF4-FFF2-40B4-BE49-F238E27FC236}">
                  <a16:creationId xmlns:a16="http://schemas.microsoft.com/office/drawing/2014/main" id="{39405DA3-88E3-0504-3929-2E35B2963BC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10137" y="1762688"/>
              <a:ext cx="180000" cy="180000"/>
              <a:chOff x="708025" y="1311275"/>
              <a:chExt cx="914400" cy="914400"/>
            </a:xfrm>
          </p:grpSpPr>
          <p:sp>
            <p:nvSpPr>
              <p:cNvPr id="315" name="Arc 314">
                <a:extLst>
                  <a:ext uri="{FF2B5EF4-FFF2-40B4-BE49-F238E27FC236}">
                    <a16:creationId xmlns:a16="http://schemas.microsoft.com/office/drawing/2014/main" id="{E5E8FEA0-D83C-524C-9DC5-D15FF3E5615F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316" name="Arc 315">
                <a:extLst>
                  <a:ext uri="{FF2B5EF4-FFF2-40B4-BE49-F238E27FC236}">
                    <a16:creationId xmlns:a16="http://schemas.microsoft.com/office/drawing/2014/main" id="{99D4E495-389A-D5C9-F5E5-4A55EE4D6193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grpSp>
          <p:nvGrpSpPr>
            <p:cNvPr id="312" name="Group 311">
              <a:extLst>
                <a:ext uri="{FF2B5EF4-FFF2-40B4-BE49-F238E27FC236}">
                  <a16:creationId xmlns:a16="http://schemas.microsoft.com/office/drawing/2014/main" id="{FAF3F578-548F-64EB-83A0-8557D08ADE9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99266" y="1762688"/>
              <a:ext cx="180000" cy="180000"/>
              <a:chOff x="708025" y="1311275"/>
              <a:chExt cx="914400" cy="914400"/>
            </a:xfrm>
          </p:grpSpPr>
          <p:sp>
            <p:nvSpPr>
              <p:cNvPr id="313" name="Arc 312">
                <a:extLst>
                  <a:ext uri="{FF2B5EF4-FFF2-40B4-BE49-F238E27FC236}">
                    <a16:creationId xmlns:a16="http://schemas.microsoft.com/office/drawing/2014/main" id="{5F5C80C4-4681-9AB4-4633-8C41CCD9A9A4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314" name="Arc 313">
                <a:extLst>
                  <a:ext uri="{FF2B5EF4-FFF2-40B4-BE49-F238E27FC236}">
                    <a16:creationId xmlns:a16="http://schemas.microsoft.com/office/drawing/2014/main" id="{0D2E7C91-5AC6-9212-7F7C-749820E37894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</p:grp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6D25BED7-A055-95F5-AD62-24E142A1E47C}"/>
              </a:ext>
            </a:extLst>
          </p:cNvPr>
          <p:cNvCxnSpPr>
            <a:cxnSpLocks/>
          </p:cNvCxnSpPr>
          <p:nvPr/>
        </p:nvCxnSpPr>
        <p:spPr>
          <a:xfrm>
            <a:off x="4326397" y="2913367"/>
            <a:ext cx="2386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E74D5671-8520-ECE6-EA6E-327914FCBC7A}"/>
                  </a:ext>
                </a:extLst>
              </p:cNvPr>
              <p:cNvSpPr txBox="1"/>
              <p:nvPr/>
            </p:nvSpPr>
            <p:spPr>
              <a:xfrm>
                <a:off x="3955348" y="2541676"/>
                <a:ext cx="259686" cy="2405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CA" sz="1600" b="0" i="1" smtClean="0">
                          <a:latin typeface="Cambria Math" panose="02040503050406030204" pitchFamily="18" charset="0"/>
                        </a:rPr>
                        <m:t>’</m:t>
                      </m:r>
                      <m:r>
                        <a:rPr lang="en-CA" sz="1600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600" i="1" baseline="-25000" dirty="0"/>
              </a:p>
            </p:txBody>
          </p:sp>
        </mc:Choice>
        <mc:Fallback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E74D5671-8520-ECE6-EA6E-327914FCB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48" y="2541676"/>
                <a:ext cx="259686" cy="240579"/>
              </a:xfrm>
              <a:prstGeom prst="rect">
                <a:avLst/>
              </a:prstGeom>
              <a:blipFill>
                <a:blip r:embed="rId19"/>
                <a:stretch>
                  <a:fillRect l="-23810" r="-14286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1" name="Group 320">
            <a:extLst>
              <a:ext uri="{FF2B5EF4-FFF2-40B4-BE49-F238E27FC236}">
                <a16:creationId xmlns:a16="http://schemas.microsoft.com/office/drawing/2014/main" id="{71111299-329A-B484-1E74-7068798A1CCA}"/>
              </a:ext>
            </a:extLst>
          </p:cNvPr>
          <p:cNvGrpSpPr/>
          <p:nvPr/>
        </p:nvGrpSpPr>
        <p:grpSpPr>
          <a:xfrm rot="10800000">
            <a:off x="4560068" y="2815469"/>
            <a:ext cx="436046" cy="181282"/>
            <a:chOff x="3277851" y="1807688"/>
            <a:chExt cx="436046" cy="181282"/>
          </a:xfrm>
        </p:grpSpPr>
        <p:grpSp>
          <p:nvGrpSpPr>
            <p:cNvPr id="322" name="Group 321">
              <a:extLst>
                <a:ext uri="{FF2B5EF4-FFF2-40B4-BE49-F238E27FC236}">
                  <a16:creationId xmlns:a16="http://schemas.microsoft.com/office/drawing/2014/main" id="{66563650-E62C-0FC0-0260-7F81BAE1CC22}"/>
                </a:ext>
              </a:extLst>
            </p:cNvPr>
            <p:cNvGrpSpPr/>
            <p:nvPr/>
          </p:nvGrpSpPr>
          <p:grpSpPr>
            <a:xfrm>
              <a:off x="3277851" y="1807688"/>
              <a:ext cx="145156" cy="180000"/>
              <a:chOff x="3277851" y="1807688"/>
              <a:chExt cx="145156" cy="180000"/>
            </a:xfrm>
          </p:grpSpPr>
          <p:grpSp>
            <p:nvGrpSpPr>
              <p:cNvPr id="337" name="Group 336">
                <a:extLst>
                  <a:ext uri="{FF2B5EF4-FFF2-40B4-BE49-F238E27FC236}">
                    <a16:creationId xmlns:a16="http://schemas.microsoft.com/office/drawing/2014/main" id="{AF2C7019-C3F0-048A-5EB4-EC7AB6A8B1AD}"/>
                  </a:ext>
                </a:extLst>
              </p:cNvPr>
              <p:cNvGrpSpPr/>
              <p:nvPr/>
            </p:nvGrpSpPr>
            <p:grpSpPr>
              <a:xfrm>
                <a:off x="3277851" y="180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341" name="Straight Connector 340">
                  <a:extLst>
                    <a:ext uri="{FF2B5EF4-FFF2-40B4-BE49-F238E27FC236}">
                      <a16:creationId xmlns:a16="http://schemas.microsoft.com/office/drawing/2014/main" id="{6E91ED3E-5594-7851-E0C0-D885F487E9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2" name="Straight Connector 341">
                  <a:extLst>
                    <a:ext uri="{FF2B5EF4-FFF2-40B4-BE49-F238E27FC236}">
                      <a16:creationId xmlns:a16="http://schemas.microsoft.com/office/drawing/2014/main" id="{AC9CBAC6-6002-0408-9C0F-58FC51BB64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8" name="Group 337">
                <a:extLst>
                  <a:ext uri="{FF2B5EF4-FFF2-40B4-BE49-F238E27FC236}">
                    <a16:creationId xmlns:a16="http://schemas.microsoft.com/office/drawing/2014/main" id="{AC32A8F3-F7EC-1837-D445-3B1B2A2E9781}"/>
                  </a:ext>
                </a:extLst>
              </p:cNvPr>
              <p:cNvGrpSpPr/>
              <p:nvPr/>
            </p:nvGrpSpPr>
            <p:grpSpPr>
              <a:xfrm flipV="1">
                <a:off x="3351007" y="189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339" name="Straight Connector 338">
                  <a:extLst>
                    <a:ext uri="{FF2B5EF4-FFF2-40B4-BE49-F238E27FC236}">
                      <a16:creationId xmlns:a16="http://schemas.microsoft.com/office/drawing/2014/main" id="{329486A3-471C-FC52-C7DF-91E1A04B41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0" name="Straight Connector 339">
                  <a:extLst>
                    <a:ext uri="{FF2B5EF4-FFF2-40B4-BE49-F238E27FC236}">
                      <a16:creationId xmlns:a16="http://schemas.microsoft.com/office/drawing/2014/main" id="{3A4519FB-9F9D-CD6B-68AA-E7714F98CA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F7C5666F-82B1-433C-D42C-C8F8C0B2A82E}"/>
                </a:ext>
              </a:extLst>
            </p:cNvPr>
            <p:cNvGrpSpPr/>
            <p:nvPr/>
          </p:nvGrpSpPr>
          <p:grpSpPr>
            <a:xfrm>
              <a:off x="3423007" y="1808970"/>
              <a:ext cx="145156" cy="180000"/>
              <a:chOff x="3277851" y="1807688"/>
              <a:chExt cx="145156" cy="180000"/>
            </a:xfrm>
          </p:grpSpPr>
          <p:grpSp>
            <p:nvGrpSpPr>
              <p:cNvPr id="331" name="Group 330">
                <a:extLst>
                  <a:ext uri="{FF2B5EF4-FFF2-40B4-BE49-F238E27FC236}">
                    <a16:creationId xmlns:a16="http://schemas.microsoft.com/office/drawing/2014/main" id="{B16AAF4D-2E80-01BD-C5BA-1624F67FBE02}"/>
                  </a:ext>
                </a:extLst>
              </p:cNvPr>
              <p:cNvGrpSpPr/>
              <p:nvPr/>
            </p:nvGrpSpPr>
            <p:grpSpPr>
              <a:xfrm>
                <a:off x="3277851" y="180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335" name="Straight Connector 334">
                  <a:extLst>
                    <a:ext uri="{FF2B5EF4-FFF2-40B4-BE49-F238E27FC236}">
                      <a16:creationId xmlns:a16="http://schemas.microsoft.com/office/drawing/2014/main" id="{DE452F28-F563-92B6-3DC6-ADADE41CD7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6" name="Straight Connector 335">
                  <a:extLst>
                    <a:ext uri="{FF2B5EF4-FFF2-40B4-BE49-F238E27FC236}">
                      <a16:creationId xmlns:a16="http://schemas.microsoft.com/office/drawing/2014/main" id="{AF279F19-FABC-1E2D-125B-DD9DB4D3E5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2" name="Group 331">
                <a:extLst>
                  <a:ext uri="{FF2B5EF4-FFF2-40B4-BE49-F238E27FC236}">
                    <a16:creationId xmlns:a16="http://schemas.microsoft.com/office/drawing/2014/main" id="{3D55AFAB-A28E-BE8E-1B70-68664A9B70BE}"/>
                  </a:ext>
                </a:extLst>
              </p:cNvPr>
              <p:cNvGrpSpPr/>
              <p:nvPr/>
            </p:nvGrpSpPr>
            <p:grpSpPr>
              <a:xfrm flipV="1">
                <a:off x="3351007" y="189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333" name="Straight Connector 332">
                  <a:extLst>
                    <a:ext uri="{FF2B5EF4-FFF2-40B4-BE49-F238E27FC236}">
                      <a16:creationId xmlns:a16="http://schemas.microsoft.com/office/drawing/2014/main" id="{04A7D6A0-7B5F-B177-4622-DD33B8B92A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4" name="Straight Connector 333">
                  <a:extLst>
                    <a:ext uri="{FF2B5EF4-FFF2-40B4-BE49-F238E27FC236}">
                      <a16:creationId xmlns:a16="http://schemas.microsoft.com/office/drawing/2014/main" id="{899C6346-F13F-00AE-7C61-5966E9975E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24" name="Group 323">
              <a:extLst>
                <a:ext uri="{FF2B5EF4-FFF2-40B4-BE49-F238E27FC236}">
                  <a16:creationId xmlns:a16="http://schemas.microsoft.com/office/drawing/2014/main" id="{49E4F060-4D8E-2EB8-EF28-4FD3A5E44DD1}"/>
                </a:ext>
              </a:extLst>
            </p:cNvPr>
            <p:cNvGrpSpPr/>
            <p:nvPr/>
          </p:nvGrpSpPr>
          <p:grpSpPr>
            <a:xfrm>
              <a:off x="3568741" y="1807688"/>
              <a:ext cx="145156" cy="180000"/>
              <a:chOff x="3277851" y="1807688"/>
              <a:chExt cx="145156" cy="180000"/>
            </a:xfrm>
          </p:grpSpPr>
          <p:grpSp>
            <p:nvGrpSpPr>
              <p:cNvPr id="325" name="Group 324">
                <a:extLst>
                  <a:ext uri="{FF2B5EF4-FFF2-40B4-BE49-F238E27FC236}">
                    <a16:creationId xmlns:a16="http://schemas.microsoft.com/office/drawing/2014/main" id="{4A73D5DA-C657-495A-D1D8-93CFCFB2E2EE}"/>
                  </a:ext>
                </a:extLst>
              </p:cNvPr>
              <p:cNvGrpSpPr/>
              <p:nvPr/>
            </p:nvGrpSpPr>
            <p:grpSpPr>
              <a:xfrm>
                <a:off x="3277851" y="180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329" name="Straight Connector 328">
                  <a:extLst>
                    <a:ext uri="{FF2B5EF4-FFF2-40B4-BE49-F238E27FC236}">
                      <a16:creationId xmlns:a16="http://schemas.microsoft.com/office/drawing/2014/main" id="{99F54FA9-9FC7-FD07-F366-9DB28AC082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0" name="Straight Connector 329">
                  <a:extLst>
                    <a:ext uri="{FF2B5EF4-FFF2-40B4-BE49-F238E27FC236}">
                      <a16:creationId xmlns:a16="http://schemas.microsoft.com/office/drawing/2014/main" id="{854378C1-4E63-95CA-C711-2ECB32A4C8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26" name="Group 325">
                <a:extLst>
                  <a:ext uri="{FF2B5EF4-FFF2-40B4-BE49-F238E27FC236}">
                    <a16:creationId xmlns:a16="http://schemas.microsoft.com/office/drawing/2014/main" id="{EA0A82BF-313D-9FB7-7374-6D0534CF26E4}"/>
                  </a:ext>
                </a:extLst>
              </p:cNvPr>
              <p:cNvGrpSpPr/>
              <p:nvPr/>
            </p:nvGrpSpPr>
            <p:grpSpPr>
              <a:xfrm flipV="1">
                <a:off x="3351007" y="189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327" name="Straight Connector 326">
                  <a:extLst>
                    <a:ext uri="{FF2B5EF4-FFF2-40B4-BE49-F238E27FC236}">
                      <a16:creationId xmlns:a16="http://schemas.microsoft.com/office/drawing/2014/main" id="{797214F1-696D-B94D-9CCE-326BEEBF00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8" name="Straight Connector 327">
                  <a:extLst>
                    <a:ext uri="{FF2B5EF4-FFF2-40B4-BE49-F238E27FC236}">
                      <a16:creationId xmlns:a16="http://schemas.microsoft.com/office/drawing/2014/main" id="{FD4F6D3D-8F52-E75B-70BD-985A99B6D7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343" name="Straight Connector 342">
            <a:extLst>
              <a:ext uri="{FF2B5EF4-FFF2-40B4-BE49-F238E27FC236}">
                <a16:creationId xmlns:a16="http://schemas.microsoft.com/office/drawing/2014/main" id="{BC41D4B8-3FB0-2F5D-74C9-EABF9265B9C6}"/>
              </a:ext>
            </a:extLst>
          </p:cNvPr>
          <p:cNvCxnSpPr>
            <a:cxnSpLocks/>
          </p:cNvCxnSpPr>
          <p:nvPr/>
        </p:nvCxnSpPr>
        <p:spPr>
          <a:xfrm>
            <a:off x="3660001" y="2913367"/>
            <a:ext cx="1179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ED195E46-9DBE-96F8-DB7E-E00ECBD5627E}"/>
                  </a:ext>
                </a:extLst>
              </p:cNvPr>
              <p:cNvSpPr txBox="1"/>
              <p:nvPr/>
            </p:nvSpPr>
            <p:spPr>
              <a:xfrm>
                <a:off x="4596980" y="2541676"/>
                <a:ext cx="282129" cy="2405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CA" sz="1600" b="0" i="1" smtClean="0">
                          <a:latin typeface="Cambria Math" panose="02040503050406030204" pitchFamily="18" charset="0"/>
                        </a:rPr>
                        <m:t>'</m:t>
                      </m:r>
                      <m:r>
                        <a:rPr lang="en-CA" sz="1600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600" i="1" baseline="-25000" dirty="0"/>
              </a:p>
            </p:txBody>
          </p:sp>
        </mc:Choice>
        <mc:Fallback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ED195E46-9DBE-96F8-DB7E-E00ECBD56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6980" y="2541676"/>
                <a:ext cx="282129" cy="240579"/>
              </a:xfrm>
              <a:prstGeom prst="rect">
                <a:avLst/>
              </a:prstGeom>
              <a:blipFill>
                <a:blip r:embed="rId20"/>
                <a:stretch>
                  <a:fillRect l="-17391" r="-13043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BC7C27AF-D19E-C020-5750-8B812D2061AF}"/>
              </a:ext>
            </a:extLst>
          </p:cNvPr>
          <p:cNvCxnSpPr>
            <a:cxnSpLocks/>
          </p:cNvCxnSpPr>
          <p:nvPr/>
        </p:nvCxnSpPr>
        <p:spPr>
          <a:xfrm>
            <a:off x="4991443" y="2913367"/>
            <a:ext cx="2660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Straight Connector 345">
            <a:extLst>
              <a:ext uri="{FF2B5EF4-FFF2-40B4-BE49-F238E27FC236}">
                <a16:creationId xmlns:a16="http://schemas.microsoft.com/office/drawing/2014/main" id="{92EE6688-727E-D37C-228D-C23BE986FB09}"/>
              </a:ext>
            </a:extLst>
          </p:cNvPr>
          <p:cNvCxnSpPr>
            <a:cxnSpLocks/>
          </p:cNvCxnSpPr>
          <p:nvPr/>
        </p:nvCxnSpPr>
        <p:spPr>
          <a:xfrm>
            <a:off x="3652253" y="3799095"/>
            <a:ext cx="15975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F118984A-146A-52A3-6055-06E69382C0F4}"/>
                  </a:ext>
                </a:extLst>
              </p:cNvPr>
              <p:cNvSpPr txBox="1"/>
              <p:nvPr/>
            </p:nvSpPr>
            <p:spPr>
              <a:xfrm>
                <a:off x="6177569" y="3224812"/>
                <a:ext cx="237757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i="1" dirty="0"/>
              </a:p>
            </p:txBody>
          </p:sp>
        </mc:Choice>
        <mc:Fallback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F118984A-146A-52A3-6055-06E69382C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7569" y="3224812"/>
                <a:ext cx="237757" cy="246221"/>
              </a:xfrm>
              <a:prstGeom prst="rect">
                <a:avLst/>
              </a:prstGeom>
              <a:blipFill>
                <a:blip r:embed="rId21"/>
                <a:stretch>
                  <a:fillRect l="-21053" r="-10526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0" name="Straight Arrow Connector 349">
            <a:extLst>
              <a:ext uri="{FF2B5EF4-FFF2-40B4-BE49-F238E27FC236}">
                <a16:creationId xmlns:a16="http://schemas.microsoft.com/office/drawing/2014/main" id="{08009C5B-F03F-362D-B238-CE85FCBCDA6E}"/>
              </a:ext>
            </a:extLst>
          </p:cNvPr>
          <p:cNvCxnSpPr/>
          <p:nvPr/>
        </p:nvCxnSpPr>
        <p:spPr>
          <a:xfrm>
            <a:off x="4467815" y="2910454"/>
            <a:ext cx="4510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B8D3E04B-5E65-1F44-9D82-643C1F4F1AC3}"/>
                  </a:ext>
                </a:extLst>
              </p:cNvPr>
              <p:cNvSpPr txBox="1"/>
              <p:nvPr/>
            </p:nvSpPr>
            <p:spPr>
              <a:xfrm>
                <a:off x="2476037" y="2577014"/>
                <a:ext cx="19857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i="1" dirty="0"/>
              </a:p>
            </p:txBody>
          </p:sp>
        </mc:Choice>
        <mc:Fallback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B8D3E04B-5E65-1F44-9D82-643C1F4F1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037" y="2577014"/>
                <a:ext cx="198579" cy="246221"/>
              </a:xfrm>
              <a:prstGeom prst="rect">
                <a:avLst/>
              </a:prstGeom>
              <a:blipFill>
                <a:blip r:embed="rId22"/>
                <a:stretch>
                  <a:fillRect l="-17647" r="-11765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543A0053-51BF-FED2-3F62-ECB8FA3545F1}"/>
                  </a:ext>
                </a:extLst>
              </p:cNvPr>
              <p:cNvSpPr txBox="1"/>
              <p:nvPr/>
            </p:nvSpPr>
            <p:spPr>
              <a:xfrm>
                <a:off x="4348542" y="2579952"/>
                <a:ext cx="26340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’</m:t>
                          </m:r>
                        </m:e>
                        <m:sub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i="1" dirty="0"/>
              </a:p>
            </p:txBody>
          </p:sp>
        </mc:Choice>
        <mc:Fallback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543A0053-51BF-FED2-3F62-ECB8FA354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8542" y="2579952"/>
                <a:ext cx="263405" cy="246221"/>
              </a:xfrm>
              <a:prstGeom prst="rect">
                <a:avLst/>
              </a:prstGeom>
              <a:blipFill>
                <a:blip r:embed="rId23"/>
                <a:stretch>
                  <a:fillRect l="-18182" r="-4545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3" name="TextBox 352">
            <a:extLst>
              <a:ext uri="{FF2B5EF4-FFF2-40B4-BE49-F238E27FC236}">
                <a16:creationId xmlns:a16="http://schemas.microsoft.com/office/drawing/2014/main" id="{3424F394-8417-AC29-2402-895F2773E10C}"/>
              </a:ext>
            </a:extLst>
          </p:cNvPr>
          <p:cNvSpPr txBox="1"/>
          <p:nvPr/>
        </p:nvSpPr>
        <p:spPr>
          <a:xfrm>
            <a:off x="1882572" y="2875325"/>
            <a:ext cx="10900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/>
            <a:r>
              <a:rPr lang="en-US" sz="1600" i="1" dirty="0"/>
              <a:t>+</a:t>
            </a: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84472B8F-0F75-CA5A-0428-294C815D489E}"/>
              </a:ext>
            </a:extLst>
          </p:cNvPr>
          <p:cNvSpPr txBox="1"/>
          <p:nvPr/>
        </p:nvSpPr>
        <p:spPr>
          <a:xfrm>
            <a:off x="6171190" y="2875325"/>
            <a:ext cx="10900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/>
            <a:r>
              <a:rPr lang="en-US" sz="1600" i="1" dirty="0"/>
              <a:t>+</a:t>
            </a: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A70B117F-2C5F-111D-D911-4BB01F4036E4}"/>
              </a:ext>
            </a:extLst>
          </p:cNvPr>
          <p:cNvSpPr txBox="1"/>
          <p:nvPr/>
        </p:nvSpPr>
        <p:spPr>
          <a:xfrm>
            <a:off x="1892958" y="3568501"/>
            <a:ext cx="7053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i="1" dirty="0"/>
              <a:t>-</a:t>
            </a:r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7C06AD9D-CC21-CCA8-520B-F10019CF8584}"/>
              </a:ext>
            </a:extLst>
          </p:cNvPr>
          <p:cNvSpPr txBox="1"/>
          <p:nvPr/>
        </p:nvSpPr>
        <p:spPr>
          <a:xfrm>
            <a:off x="6181577" y="3568501"/>
            <a:ext cx="7053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-</a:t>
            </a:r>
          </a:p>
        </p:txBody>
      </p:sp>
      <p:grpSp>
        <p:nvGrpSpPr>
          <p:cNvPr id="396" name="Group 395">
            <a:extLst>
              <a:ext uri="{FF2B5EF4-FFF2-40B4-BE49-F238E27FC236}">
                <a16:creationId xmlns:a16="http://schemas.microsoft.com/office/drawing/2014/main" id="{6EE0C0A0-1FE7-DA6C-7C98-3870173354AE}"/>
              </a:ext>
            </a:extLst>
          </p:cNvPr>
          <p:cNvGrpSpPr/>
          <p:nvPr/>
        </p:nvGrpSpPr>
        <p:grpSpPr>
          <a:xfrm>
            <a:off x="5166977" y="2914369"/>
            <a:ext cx="180000" cy="880231"/>
            <a:chOff x="4404144" y="1368001"/>
            <a:chExt cx="180000" cy="880231"/>
          </a:xfrm>
        </p:grpSpPr>
        <p:grpSp>
          <p:nvGrpSpPr>
            <p:cNvPr id="397" name="Group 396">
              <a:extLst>
                <a:ext uri="{FF2B5EF4-FFF2-40B4-BE49-F238E27FC236}">
                  <a16:creationId xmlns:a16="http://schemas.microsoft.com/office/drawing/2014/main" id="{71182FAA-FE3D-777C-F6B8-CF5B744A4C8F}"/>
                </a:ext>
              </a:extLst>
            </p:cNvPr>
            <p:cNvGrpSpPr/>
            <p:nvPr/>
          </p:nvGrpSpPr>
          <p:grpSpPr>
            <a:xfrm rot="5400000">
              <a:off x="4216665" y="1715757"/>
              <a:ext cx="554957" cy="180000"/>
              <a:chOff x="2224309" y="1762688"/>
              <a:chExt cx="554957" cy="180000"/>
            </a:xfrm>
          </p:grpSpPr>
          <p:grpSp>
            <p:nvGrpSpPr>
              <p:cNvPr id="400" name="Group 399">
                <a:extLst>
                  <a:ext uri="{FF2B5EF4-FFF2-40B4-BE49-F238E27FC236}">
                    <a16:creationId xmlns:a16="http://schemas.microsoft.com/office/drawing/2014/main" id="{5592C4BE-4163-9CF6-5993-F50F9870C24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224309" y="1762688"/>
                <a:ext cx="180000" cy="180000"/>
                <a:chOff x="708025" y="1311275"/>
                <a:chExt cx="914400" cy="914400"/>
              </a:xfrm>
            </p:grpSpPr>
            <p:sp>
              <p:nvSpPr>
                <p:cNvPr id="407" name="Arc 406">
                  <a:extLst>
                    <a:ext uri="{FF2B5EF4-FFF2-40B4-BE49-F238E27FC236}">
                      <a16:creationId xmlns:a16="http://schemas.microsoft.com/office/drawing/2014/main" id="{234D9037-37F5-5D55-8496-1AF6BA7F0396}"/>
                    </a:ext>
                  </a:extLst>
                </p:cNvPr>
                <p:cNvSpPr/>
                <p:nvPr/>
              </p:nvSpPr>
              <p:spPr>
                <a:xfrm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408" name="Arc 407">
                  <a:extLst>
                    <a:ext uri="{FF2B5EF4-FFF2-40B4-BE49-F238E27FC236}">
                      <a16:creationId xmlns:a16="http://schemas.microsoft.com/office/drawing/2014/main" id="{2E2ECAF9-2E04-990A-3B8F-B62F443545A8}"/>
                    </a:ext>
                  </a:extLst>
                </p:cNvPr>
                <p:cNvSpPr/>
                <p:nvPr/>
              </p:nvSpPr>
              <p:spPr>
                <a:xfrm flipH="1"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</p:grpSp>
          <p:grpSp>
            <p:nvGrpSpPr>
              <p:cNvPr id="401" name="Group 400">
                <a:extLst>
                  <a:ext uri="{FF2B5EF4-FFF2-40B4-BE49-F238E27FC236}">
                    <a16:creationId xmlns:a16="http://schemas.microsoft.com/office/drawing/2014/main" id="{80EF460C-742E-DC87-54AF-A3846728F39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410137" y="1762688"/>
                <a:ext cx="180000" cy="180000"/>
                <a:chOff x="708025" y="1311275"/>
                <a:chExt cx="914400" cy="914400"/>
              </a:xfrm>
            </p:grpSpPr>
            <p:sp>
              <p:nvSpPr>
                <p:cNvPr id="405" name="Arc 404">
                  <a:extLst>
                    <a:ext uri="{FF2B5EF4-FFF2-40B4-BE49-F238E27FC236}">
                      <a16:creationId xmlns:a16="http://schemas.microsoft.com/office/drawing/2014/main" id="{9F607555-E1AF-70EF-2316-3787DDA212E0}"/>
                    </a:ext>
                  </a:extLst>
                </p:cNvPr>
                <p:cNvSpPr/>
                <p:nvPr/>
              </p:nvSpPr>
              <p:spPr>
                <a:xfrm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406" name="Arc 405">
                  <a:extLst>
                    <a:ext uri="{FF2B5EF4-FFF2-40B4-BE49-F238E27FC236}">
                      <a16:creationId xmlns:a16="http://schemas.microsoft.com/office/drawing/2014/main" id="{6C58E4E4-A6C6-9E9B-352C-FF3CDD017982}"/>
                    </a:ext>
                  </a:extLst>
                </p:cNvPr>
                <p:cNvSpPr/>
                <p:nvPr/>
              </p:nvSpPr>
              <p:spPr>
                <a:xfrm flipH="1"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</p:grpSp>
          <p:grpSp>
            <p:nvGrpSpPr>
              <p:cNvPr id="402" name="Group 401">
                <a:extLst>
                  <a:ext uri="{FF2B5EF4-FFF2-40B4-BE49-F238E27FC236}">
                    <a16:creationId xmlns:a16="http://schemas.microsoft.com/office/drawing/2014/main" id="{CCEB51E0-BF98-E47A-E8A2-B56DFDD4AC2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599266" y="1762688"/>
                <a:ext cx="180000" cy="180000"/>
                <a:chOff x="708025" y="1311275"/>
                <a:chExt cx="914400" cy="914400"/>
              </a:xfrm>
            </p:grpSpPr>
            <p:sp>
              <p:nvSpPr>
                <p:cNvPr id="403" name="Arc 402">
                  <a:extLst>
                    <a:ext uri="{FF2B5EF4-FFF2-40B4-BE49-F238E27FC236}">
                      <a16:creationId xmlns:a16="http://schemas.microsoft.com/office/drawing/2014/main" id="{084B2AFF-8A1E-3620-609B-92618EB55DDA}"/>
                    </a:ext>
                  </a:extLst>
                </p:cNvPr>
                <p:cNvSpPr/>
                <p:nvPr/>
              </p:nvSpPr>
              <p:spPr>
                <a:xfrm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404" name="Arc 403">
                  <a:extLst>
                    <a:ext uri="{FF2B5EF4-FFF2-40B4-BE49-F238E27FC236}">
                      <a16:creationId xmlns:a16="http://schemas.microsoft.com/office/drawing/2014/main" id="{487BE569-73A7-5872-EF7F-14A184F3D67B}"/>
                    </a:ext>
                  </a:extLst>
                </p:cNvPr>
                <p:cNvSpPr/>
                <p:nvPr/>
              </p:nvSpPr>
              <p:spPr>
                <a:xfrm flipH="1">
                  <a:off x="708025" y="1311275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</p:grpSp>
        </p:grpSp>
        <p:cxnSp>
          <p:nvCxnSpPr>
            <p:cNvPr id="398" name="Straight Connector 397">
              <a:extLst>
                <a:ext uri="{FF2B5EF4-FFF2-40B4-BE49-F238E27FC236}">
                  <a16:creationId xmlns:a16="http://schemas.microsoft.com/office/drawing/2014/main" id="{8AC7F9BB-B2FC-C162-6901-36595F499956}"/>
                </a:ext>
              </a:extLst>
            </p:cNvPr>
            <p:cNvCxnSpPr/>
            <p:nvPr/>
          </p:nvCxnSpPr>
          <p:spPr>
            <a:xfrm flipV="1">
              <a:off x="4486940" y="1368001"/>
              <a:ext cx="0" cy="1703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8A72CC79-671A-A2B1-2AC7-F74CCD228F0A}"/>
                </a:ext>
              </a:extLst>
            </p:cNvPr>
            <p:cNvCxnSpPr>
              <a:cxnSpLocks/>
            </p:cNvCxnSpPr>
            <p:nvPr/>
          </p:nvCxnSpPr>
          <p:spPr>
            <a:xfrm>
              <a:off x="4486940" y="2070137"/>
              <a:ext cx="0" cy="17809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2" name="Straight Connector 421">
            <a:extLst>
              <a:ext uri="{FF2B5EF4-FFF2-40B4-BE49-F238E27FC236}">
                <a16:creationId xmlns:a16="http://schemas.microsoft.com/office/drawing/2014/main" id="{33F4D40B-124E-00AB-4C7D-07E9638ECDB9}"/>
              </a:ext>
            </a:extLst>
          </p:cNvPr>
          <p:cNvCxnSpPr>
            <a:cxnSpLocks/>
          </p:cNvCxnSpPr>
          <p:nvPr/>
        </p:nvCxnSpPr>
        <p:spPr>
          <a:xfrm>
            <a:off x="5515600" y="2896628"/>
            <a:ext cx="7104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B6E45A28-2A6E-45A9-9178-4F17B0DB3789}"/>
                  </a:ext>
                </a:extLst>
              </p:cNvPr>
              <p:cNvSpPr txBox="1"/>
              <p:nvPr/>
            </p:nvSpPr>
            <p:spPr>
              <a:xfrm>
                <a:off x="4996380" y="3206395"/>
                <a:ext cx="177933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sz="1600" i="1" dirty="0"/>
              </a:p>
            </p:txBody>
          </p:sp>
        </mc:Choice>
        <mc:Fallback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B6E45A28-2A6E-45A9-9178-4F17B0DB3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6380" y="3206395"/>
                <a:ext cx="177933" cy="246221"/>
              </a:xfrm>
              <a:prstGeom prst="rect">
                <a:avLst/>
              </a:prstGeom>
              <a:blipFill>
                <a:blip r:embed="rId24"/>
                <a:stretch>
                  <a:fillRect l="-26667" r="-20000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5" name="TextBox 424">
            <a:extLst>
              <a:ext uri="{FF2B5EF4-FFF2-40B4-BE49-F238E27FC236}">
                <a16:creationId xmlns:a16="http://schemas.microsoft.com/office/drawing/2014/main" id="{1E37B4C9-7F8E-D9A1-0993-927721DF1681}"/>
              </a:ext>
            </a:extLst>
          </p:cNvPr>
          <p:cNvSpPr txBox="1"/>
          <p:nvPr/>
        </p:nvSpPr>
        <p:spPr>
          <a:xfrm>
            <a:off x="5088665" y="2858586"/>
            <a:ext cx="11799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/>
            <a:r>
              <a:rPr lang="en-US" sz="1600" i="1" dirty="0"/>
              <a:t>+</a:t>
            </a:r>
          </a:p>
        </p:txBody>
      </p:sp>
      <p:sp>
        <p:nvSpPr>
          <p:cNvPr id="427" name="TextBox 426">
            <a:extLst>
              <a:ext uri="{FF2B5EF4-FFF2-40B4-BE49-F238E27FC236}">
                <a16:creationId xmlns:a16="http://schemas.microsoft.com/office/drawing/2014/main" id="{E1D01F3D-8199-0812-C83B-3AFA9C007179}"/>
              </a:ext>
            </a:extLst>
          </p:cNvPr>
          <p:cNvSpPr txBox="1"/>
          <p:nvPr/>
        </p:nvSpPr>
        <p:spPr>
          <a:xfrm>
            <a:off x="5095043" y="3551762"/>
            <a:ext cx="11799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-</a:t>
            </a:r>
          </a:p>
        </p:txBody>
      </p: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7C732C0D-F79B-16B0-834C-2F20C687D650}"/>
              </a:ext>
            </a:extLst>
          </p:cNvPr>
          <p:cNvCxnSpPr>
            <a:cxnSpLocks/>
          </p:cNvCxnSpPr>
          <p:nvPr/>
        </p:nvCxnSpPr>
        <p:spPr>
          <a:xfrm>
            <a:off x="5514761" y="3799095"/>
            <a:ext cx="7113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007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6B93DCE-FA06-B8B9-E4B3-B4CE151D06EF}"/>
              </a:ext>
            </a:extLst>
          </p:cNvPr>
          <p:cNvCxnSpPr/>
          <p:nvPr/>
        </p:nvCxnSpPr>
        <p:spPr>
          <a:xfrm flipV="1">
            <a:off x="2880000" y="1800000"/>
            <a:ext cx="0" cy="180000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EDA6758-8904-007B-9B52-928F835EA67C}"/>
              </a:ext>
            </a:extLst>
          </p:cNvPr>
          <p:cNvCxnSpPr>
            <a:cxnSpLocks/>
          </p:cNvCxnSpPr>
          <p:nvPr/>
        </p:nvCxnSpPr>
        <p:spPr>
          <a:xfrm>
            <a:off x="2880000" y="3600000"/>
            <a:ext cx="3355383" cy="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D602626-BBD1-306F-4DE4-E599F879650F}"/>
              </a:ext>
            </a:extLst>
          </p:cNvPr>
          <p:cNvSpPr txBox="1"/>
          <p:nvPr/>
        </p:nvSpPr>
        <p:spPr>
          <a:xfrm>
            <a:off x="2257294" y="1591669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8CF17B-4BB3-29DB-E171-8BF609168FA9}"/>
              </a:ext>
            </a:extLst>
          </p:cNvPr>
          <p:cNvSpPr txBox="1"/>
          <p:nvPr/>
        </p:nvSpPr>
        <p:spPr>
          <a:xfrm>
            <a:off x="6110991" y="3519429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US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B1441BB-0174-7EB4-B93C-9F15D15B94A6}"/>
              </a:ext>
            </a:extLst>
          </p:cNvPr>
          <p:cNvCxnSpPr/>
          <p:nvPr/>
        </p:nvCxnSpPr>
        <p:spPr>
          <a:xfrm>
            <a:off x="2678400" y="2160000"/>
            <a:ext cx="3600000" cy="0"/>
          </a:xfrm>
          <a:prstGeom prst="line">
            <a:avLst/>
          </a:prstGeom>
          <a:ln>
            <a:solidFill>
              <a:srgbClr val="00206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D404D6D-49BC-554D-F197-DFE28205A915}"/>
              </a:ext>
            </a:extLst>
          </p:cNvPr>
          <p:cNvCxnSpPr/>
          <p:nvPr/>
        </p:nvCxnSpPr>
        <p:spPr>
          <a:xfrm>
            <a:off x="2678400" y="3240000"/>
            <a:ext cx="3600000" cy="0"/>
          </a:xfrm>
          <a:prstGeom prst="line">
            <a:avLst/>
          </a:prstGeom>
          <a:ln>
            <a:solidFill>
              <a:srgbClr val="00206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1B767E4-26E1-0D1A-086E-3AA2953CD8A8}"/>
              </a:ext>
            </a:extLst>
          </p:cNvPr>
          <p:cNvCxnSpPr/>
          <p:nvPr/>
        </p:nvCxnSpPr>
        <p:spPr>
          <a:xfrm>
            <a:off x="5040000" y="1980000"/>
            <a:ext cx="0" cy="1800000"/>
          </a:xfrm>
          <a:prstGeom prst="line">
            <a:avLst/>
          </a:prstGeom>
          <a:ln>
            <a:solidFill>
              <a:srgbClr val="00206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330DB11-9CEC-48D4-4AE7-A4301B4A6912}"/>
              </a:ext>
            </a:extLst>
          </p:cNvPr>
          <p:cNvCxnSpPr/>
          <p:nvPr/>
        </p:nvCxnSpPr>
        <p:spPr>
          <a:xfrm>
            <a:off x="3420000" y="1980000"/>
            <a:ext cx="0" cy="1800000"/>
          </a:xfrm>
          <a:prstGeom prst="line">
            <a:avLst/>
          </a:prstGeom>
          <a:ln>
            <a:solidFill>
              <a:srgbClr val="00206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2CDF6A3-2B5F-0F2D-1DFB-247DF989471A}"/>
              </a:ext>
            </a:extLst>
          </p:cNvPr>
          <p:cNvCxnSpPr/>
          <p:nvPr/>
        </p:nvCxnSpPr>
        <p:spPr>
          <a:xfrm>
            <a:off x="2880000" y="3240000"/>
            <a:ext cx="540000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F379870-EB90-646D-00E1-2F6C6EC62412}"/>
              </a:ext>
            </a:extLst>
          </p:cNvPr>
          <p:cNvCxnSpPr>
            <a:cxnSpLocks/>
          </p:cNvCxnSpPr>
          <p:nvPr/>
        </p:nvCxnSpPr>
        <p:spPr>
          <a:xfrm>
            <a:off x="5049570" y="2160000"/>
            <a:ext cx="1310207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99F8B1B-3DE1-FFEA-0D12-2DA4173206A9}"/>
              </a:ext>
            </a:extLst>
          </p:cNvPr>
          <p:cNvCxnSpPr>
            <a:cxnSpLocks/>
          </p:cNvCxnSpPr>
          <p:nvPr/>
        </p:nvCxnSpPr>
        <p:spPr>
          <a:xfrm flipV="1">
            <a:off x="3420000" y="2160000"/>
            <a:ext cx="1620000" cy="108000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F52DEA-6C84-CB30-65C2-5928EDC215D0}"/>
                  </a:ext>
                </a:extLst>
              </p:cNvPr>
              <p:cNvSpPr txBox="1"/>
              <p:nvPr/>
            </p:nvSpPr>
            <p:spPr>
              <a:xfrm>
                <a:off x="5029591" y="3669970"/>
                <a:ext cx="6312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𝑟𝑎𝑡𝑒𝑑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F52DEA-6C84-CB30-65C2-5928EDC21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591" y="3669970"/>
                <a:ext cx="631263" cy="276999"/>
              </a:xfrm>
              <a:prstGeom prst="rect">
                <a:avLst/>
              </a:prstGeom>
              <a:blipFill>
                <a:blip r:embed="rId2"/>
                <a:stretch>
                  <a:fillRect l="-14000" r="-2000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7673EF9-1D50-D7A7-E18B-1EB6F626BCD5}"/>
                  </a:ext>
                </a:extLst>
              </p:cNvPr>
              <p:cNvSpPr txBox="1"/>
              <p:nvPr/>
            </p:nvSpPr>
            <p:spPr>
              <a:xfrm>
                <a:off x="3410431" y="3599999"/>
                <a:ext cx="631264" cy="8017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𝑟𝑎𝑡𝑒𝑑</m:t>
                              </m:r>
                            </m:sub>
                          </m:sSub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CA" b="0" dirty="0">
                  <a:latin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7673EF9-1D50-D7A7-E18B-1EB6F626B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0431" y="3599999"/>
                <a:ext cx="631264" cy="801758"/>
              </a:xfrm>
              <a:prstGeom prst="rect">
                <a:avLst/>
              </a:prstGeom>
              <a:blipFill>
                <a:blip r:embed="rId3"/>
                <a:stretch>
                  <a:fillRect l="-11765" t="-3125" r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71E72C8C-FD39-0463-348D-9DD3B194D383}"/>
              </a:ext>
            </a:extLst>
          </p:cNvPr>
          <p:cNvSpPr txBox="1"/>
          <p:nvPr/>
        </p:nvSpPr>
        <p:spPr>
          <a:xfrm>
            <a:off x="2048938" y="1975334"/>
            <a:ext cx="856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 rated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9589591-695D-D0A1-8658-F132751457C4}"/>
                  </a:ext>
                </a:extLst>
              </p:cNvPr>
              <p:cNvSpPr txBox="1"/>
              <p:nvPr/>
            </p:nvSpPr>
            <p:spPr>
              <a:xfrm>
                <a:off x="1686247" y="2911133"/>
                <a:ext cx="1568635" cy="7937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𝐿𝐿𝑟𝑎𝑡𝑒𝑑</m:t>
                              </m:r>
                            </m:sub>
                          </m:sSub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CA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9589591-695D-D0A1-8658-F13275145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6247" y="2911133"/>
                <a:ext cx="1568635" cy="793743"/>
              </a:xfrm>
              <a:prstGeom prst="rect">
                <a:avLst/>
              </a:prstGeom>
              <a:blipFill>
                <a:blip r:embed="rId4"/>
                <a:stretch>
                  <a:fillRect t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7567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2331C1B-BF2F-99CC-6C9A-5DA335ED7663}"/>
              </a:ext>
            </a:extLst>
          </p:cNvPr>
          <p:cNvSpPr>
            <a:spLocks/>
          </p:cNvSpPr>
          <p:nvPr/>
        </p:nvSpPr>
        <p:spPr>
          <a:xfrm rot="3600000" flipV="1">
            <a:off x="2732567" y="2578352"/>
            <a:ext cx="360000" cy="36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371EB003-3E06-C3F3-D489-366D24596CD6}"/>
              </a:ext>
            </a:extLst>
          </p:cNvPr>
          <p:cNvSpPr>
            <a:spLocks noChangeAspect="1"/>
          </p:cNvSpPr>
          <p:nvPr/>
        </p:nvSpPr>
        <p:spPr>
          <a:xfrm rot="10800000" flipV="1">
            <a:off x="2822567" y="2711507"/>
            <a:ext cx="180000" cy="93691"/>
          </a:xfrm>
          <a:custGeom>
            <a:avLst/>
            <a:gdLst>
              <a:gd name="csX0" fmla="*/ 0 w 340242"/>
              <a:gd name="csY0" fmla="*/ 113414 h 219754"/>
              <a:gd name="csX1" fmla="*/ 99237 w 340242"/>
              <a:gd name="csY1" fmla="*/ 0 h 219754"/>
              <a:gd name="csX2" fmla="*/ 170121 w 340242"/>
              <a:gd name="csY2" fmla="*/ 113414 h 219754"/>
              <a:gd name="csX3" fmla="*/ 255182 w 340242"/>
              <a:gd name="csY3" fmla="*/ 219740 h 219754"/>
              <a:gd name="csX4" fmla="*/ 340242 w 340242"/>
              <a:gd name="csY4" fmla="*/ 106326 h 219754"/>
              <a:gd name="csX5" fmla="*/ 340242 w 340242"/>
              <a:gd name="csY5" fmla="*/ 106326 h 2197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40242" h="219754">
                <a:moveTo>
                  <a:pt x="0" y="113414"/>
                </a:moveTo>
                <a:cubicBezTo>
                  <a:pt x="35442" y="56707"/>
                  <a:pt x="70884" y="0"/>
                  <a:pt x="99237" y="0"/>
                </a:cubicBezTo>
                <a:cubicBezTo>
                  <a:pt x="127590" y="0"/>
                  <a:pt x="144130" y="76791"/>
                  <a:pt x="170121" y="113414"/>
                </a:cubicBezTo>
                <a:cubicBezTo>
                  <a:pt x="196112" y="150037"/>
                  <a:pt x="226829" y="220921"/>
                  <a:pt x="255182" y="219740"/>
                </a:cubicBezTo>
                <a:cubicBezTo>
                  <a:pt x="283535" y="218559"/>
                  <a:pt x="340242" y="106326"/>
                  <a:pt x="340242" y="106326"/>
                </a:cubicBezTo>
                <a:lnTo>
                  <a:pt x="340242" y="106326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D4845FB-823E-1F51-ECFF-E13724056B66}"/>
              </a:ext>
            </a:extLst>
          </p:cNvPr>
          <p:cNvCxnSpPr>
            <a:cxnSpLocks/>
            <a:stCxn id="4" idx="0"/>
          </p:cNvCxnSpPr>
          <p:nvPr/>
        </p:nvCxnSpPr>
        <p:spPr>
          <a:xfrm rot="3600000">
            <a:off x="2598610" y="2757089"/>
            <a:ext cx="0" cy="3650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B9A81C-E033-2B2B-37C8-FBB3B38E87C6}"/>
              </a:ext>
            </a:extLst>
          </p:cNvPr>
          <p:cNvCxnSpPr>
            <a:cxnSpLocks/>
          </p:cNvCxnSpPr>
          <p:nvPr/>
        </p:nvCxnSpPr>
        <p:spPr>
          <a:xfrm rot="3600000">
            <a:off x="3224375" y="2390841"/>
            <a:ext cx="0" cy="3650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503BFD57-4072-B64F-5C98-51AF1939AF53}"/>
              </a:ext>
            </a:extLst>
          </p:cNvPr>
          <p:cNvSpPr>
            <a:spLocks/>
          </p:cNvSpPr>
          <p:nvPr/>
        </p:nvSpPr>
        <p:spPr>
          <a:xfrm flipV="1">
            <a:off x="3199689" y="1752413"/>
            <a:ext cx="360000" cy="36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1F6F1502-FAC1-AF54-73CA-782859A59899}"/>
              </a:ext>
            </a:extLst>
          </p:cNvPr>
          <p:cNvSpPr>
            <a:spLocks noChangeAspect="1"/>
          </p:cNvSpPr>
          <p:nvPr/>
        </p:nvSpPr>
        <p:spPr>
          <a:xfrm flipV="1">
            <a:off x="3289689" y="1885568"/>
            <a:ext cx="180000" cy="93691"/>
          </a:xfrm>
          <a:custGeom>
            <a:avLst/>
            <a:gdLst>
              <a:gd name="csX0" fmla="*/ 0 w 340242"/>
              <a:gd name="csY0" fmla="*/ 113414 h 219754"/>
              <a:gd name="csX1" fmla="*/ 99237 w 340242"/>
              <a:gd name="csY1" fmla="*/ 0 h 219754"/>
              <a:gd name="csX2" fmla="*/ 170121 w 340242"/>
              <a:gd name="csY2" fmla="*/ 113414 h 219754"/>
              <a:gd name="csX3" fmla="*/ 255182 w 340242"/>
              <a:gd name="csY3" fmla="*/ 219740 h 219754"/>
              <a:gd name="csX4" fmla="*/ 340242 w 340242"/>
              <a:gd name="csY4" fmla="*/ 106326 h 219754"/>
              <a:gd name="csX5" fmla="*/ 340242 w 340242"/>
              <a:gd name="csY5" fmla="*/ 106326 h 2197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40242" h="219754">
                <a:moveTo>
                  <a:pt x="0" y="113414"/>
                </a:moveTo>
                <a:cubicBezTo>
                  <a:pt x="35442" y="56707"/>
                  <a:pt x="70884" y="0"/>
                  <a:pt x="99237" y="0"/>
                </a:cubicBezTo>
                <a:cubicBezTo>
                  <a:pt x="127590" y="0"/>
                  <a:pt x="144130" y="76791"/>
                  <a:pt x="170121" y="113414"/>
                </a:cubicBezTo>
                <a:cubicBezTo>
                  <a:pt x="196112" y="150037"/>
                  <a:pt x="226829" y="220921"/>
                  <a:pt x="255182" y="219740"/>
                </a:cubicBezTo>
                <a:cubicBezTo>
                  <a:pt x="283535" y="218559"/>
                  <a:pt x="340242" y="106326"/>
                  <a:pt x="340242" y="106326"/>
                </a:cubicBezTo>
                <a:lnTo>
                  <a:pt x="340242" y="106326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914194-512A-8A4D-FAF1-F9F9005C4B76}"/>
              </a:ext>
            </a:extLst>
          </p:cNvPr>
          <p:cNvCxnSpPr>
            <a:stCxn id="12" idx="0"/>
          </p:cNvCxnSpPr>
          <p:nvPr/>
        </p:nvCxnSpPr>
        <p:spPr>
          <a:xfrm>
            <a:off x="3379689" y="2112413"/>
            <a:ext cx="0" cy="365052"/>
          </a:xfrm>
          <a:prstGeom prst="line">
            <a:avLst/>
          </a:prstGeom>
          <a:ln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CFB4CA6-2955-35CC-DAC8-873D1391F785}"/>
              </a:ext>
            </a:extLst>
          </p:cNvPr>
          <p:cNvCxnSpPr/>
          <p:nvPr/>
        </p:nvCxnSpPr>
        <p:spPr>
          <a:xfrm>
            <a:off x="3375391" y="1387361"/>
            <a:ext cx="0" cy="365052"/>
          </a:xfrm>
          <a:prstGeom prst="line">
            <a:avLst/>
          </a:prstGeom>
          <a:ln>
            <a:solidFill>
              <a:schemeClr val="tx1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E31B1CD6-EB3E-9B02-DD85-72D4AAAD0C84}"/>
              </a:ext>
            </a:extLst>
          </p:cNvPr>
          <p:cNvSpPr>
            <a:spLocks/>
          </p:cNvSpPr>
          <p:nvPr/>
        </p:nvSpPr>
        <p:spPr>
          <a:xfrm rot="18005946" flipV="1">
            <a:off x="3674991" y="2572361"/>
            <a:ext cx="360000" cy="36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5A0AD8F8-E787-F284-E77E-958FC9B79326}"/>
              </a:ext>
            </a:extLst>
          </p:cNvPr>
          <p:cNvSpPr>
            <a:spLocks noChangeAspect="1"/>
          </p:cNvSpPr>
          <p:nvPr/>
        </p:nvSpPr>
        <p:spPr>
          <a:xfrm rot="166885" flipV="1">
            <a:off x="3764991" y="2705516"/>
            <a:ext cx="180000" cy="93691"/>
          </a:xfrm>
          <a:custGeom>
            <a:avLst/>
            <a:gdLst>
              <a:gd name="csX0" fmla="*/ 0 w 340242"/>
              <a:gd name="csY0" fmla="*/ 113414 h 219754"/>
              <a:gd name="csX1" fmla="*/ 99237 w 340242"/>
              <a:gd name="csY1" fmla="*/ 0 h 219754"/>
              <a:gd name="csX2" fmla="*/ 170121 w 340242"/>
              <a:gd name="csY2" fmla="*/ 113414 h 219754"/>
              <a:gd name="csX3" fmla="*/ 255182 w 340242"/>
              <a:gd name="csY3" fmla="*/ 219740 h 219754"/>
              <a:gd name="csX4" fmla="*/ 340242 w 340242"/>
              <a:gd name="csY4" fmla="*/ 106326 h 219754"/>
              <a:gd name="csX5" fmla="*/ 340242 w 340242"/>
              <a:gd name="csY5" fmla="*/ 106326 h 2197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40242" h="219754">
                <a:moveTo>
                  <a:pt x="0" y="113414"/>
                </a:moveTo>
                <a:cubicBezTo>
                  <a:pt x="35442" y="56707"/>
                  <a:pt x="70884" y="0"/>
                  <a:pt x="99237" y="0"/>
                </a:cubicBezTo>
                <a:cubicBezTo>
                  <a:pt x="127590" y="0"/>
                  <a:pt x="144130" y="76791"/>
                  <a:pt x="170121" y="113414"/>
                </a:cubicBezTo>
                <a:cubicBezTo>
                  <a:pt x="196112" y="150037"/>
                  <a:pt x="226829" y="220921"/>
                  <a:pt x="255182" y="219740"/>
                </a:cubicBezTo>
                <a:cubicBezTo>
                  <a:pt x="283535" y="218559"/>
                  <a:pt x="340242" y="106326"/>
                  <a:pt x="340242" y="106326"/>
                </a:cubicBezTo>
                <a:lnTo>
                  <a:pt x="340242" y="106326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77C9264-E50D-9641-5F4A-4FB26A3B9431}"/>
              </a:ext>
            </a:extLst>
          </p:cNvPr>
          <p:cNvCxnSpPr>
            <a:stCxn id="17" idx="0"/>
          </p:cNvCxnSpPr>
          <p:nvPr/>
        </p:nvCxnSpPr>
        <p:spPr>
          <a:xfrm rot="18005946">
            <a:off x="4168634" y="2751641"/>
            <a:ext cx="0" cy="3650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971B867-CCE7-1FE1-B270-9AC8B1E88A49}"/>
              </a:ext>
            </a:extLst>
          </p:cNvPr>
          <p:cNvCxnSpPr/>
          <p:nvPr/>
        </p:nvCxnSpPr>
        <p:spPr>
          <a:xfrm rot="18005946">
            <a:off x="3539193" y="2391748"/>
            <a:ext cx="0" cy="3650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1B0B209-BEEB-4B13-924D-DBB231C82BCB}"/>
              </a:ext>
            </a:extLst>
          </p:cNvPr>
          <p:cNvCxnSpPr/>
          <p:nvPr/>
        </p:nvCxnSpPr>
        <p:spPr>
          <a:xfrm>
            <a:off x="2440537" y="3030878"/>
            <a:ext cx="0" cy="719093"/>
          </a:xfrm>
          <a:prstGeom prst="line">
            <a:avLst/>
          </a:prstGeom>
          <a:ln>
            <a:solidFill>
              <a:schemeClr val="tx1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D4B0D40-D15A-3E68-3C42-BE79D723D0C3}"/>
              </a:ext>
            </a:extLst>
          </p:cNvPr>
          <p:cNvCxnSpPr/>
          <p:nvPr/>
        </p:nvCxnSpPr>
        <p:spPr>
          <a:xfrm>
            <a:off x="4326549" y="3030878"/>
            <a:ext cx="0" cy="359547"/>
          </a:xfrm>
          <a:prstGeom prst="line">
            <a:avLst/>
          </a:prstGeom>
          <a:ln>
            <a:solidFill>
              <a:schemeClr val="tx1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5566B2A-ABB8-9E2B-1974-774DA8BA9D53}"/>
              </a:ext>
            </a:extLst>
          </p:cNvPr>
          <p:cNvGrpSpPr/>
          <p:nvPr/>
        </p:nvGrpSpPr>
        <p:grpSpPr>
          <a:xfrm rot="3600000" flipV="1">
            <a:off x="6127571" y="2219657"/>
            <a:ext cx="120502" cy="1091571"/>
            <a:chOff x="6457509" y="1373015"/>
            <a:chExt cx="120502" cy="1091571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0CA1AF1-C963-E842-3D0F-7169D6B5AEE3}"/>
                </a:ext>
              </a:extLst>
            </p:cNvPr>
            <p:cNvSpPr/>
            <p:nvPr/>
          </p:nvSpPr>
          <p:spPr>
            <a:xfrm>
              <a:off x="6457509" y="1738066"/>
              <a:ext cx="120502" cy="36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D3B060F-9001-4892-2B89-4CE22C654813}"/>
                </a:ext>
              </a:extLst>
            </p:cNvPr>
            <p:cNvCxnSpPr/>
            <p:nvPr/>
          </p:nvCxnSpPr>
          <p:spPr>
            <a:xfrm flipV="1">
              <a:off x="6519839" y="1373015"/>
              <a:ext cx="0" cy="3650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4D6B6B8-0D54-A19B-4988-9AC698980A41}"/>
                </a:ext>
              </a:extLst>
            </p:cNvPr>
            <p:cNvCxnSpPr/>
            <p:nvPr/>
          </p:nvCxnSpPr>
          <p:spPr>
            <a:xfrm flipV="1">
              <a:off x="6519839" y="2099534"/>
              <a:ext cx="0" cy="3650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1D67183-87B7-D6AE-8BAD-A77DE43C882C}"/>
              </a:ext>
            </a:extLst>
          </p:cNvPr>
          <p:cNvGrpSpPr/>
          <p:nvPr/>
        </p:nvGrpSpPr>
        <p:grpSpPr>
          <a:xfrm rot="18000000" flipV="1">
            <a:off x="7060746" y="2222107"/>
            <a:ext cx="120502" cy="1091571"/>
            <a:chOff x="6457508" y="1373015"/>
            <a:chExt cx="120502" cy="1091571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1822D64-3AE7-C9C1-C3B4-BDBCD373DC4A}"/>
                </a:ext>
              </a:extLst>
            </p:cNvPr>
            <p:cNvSpPr/>
            <p:nvPr/>
          </p:nvSpPr>
          <p:spPr>
            <a:xfrm>
              <a:off x="6457508" y="1738067"/>
              <a:ext cx="120502" cy="36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267623C-4486-F356-B20A-9D5E1A5E5B06}"/>
                </a:ext>
              </a:extLst>
            </p:cNvPr>
            <p:cNvCxnSpPr/>
            <p:nvPr/>
          </p:nvCxnSpPr>
          <p:spPr>
            <a:xfrm flipV="1">
              <a:off x="6519839" y="1373015"/>
              <a:ext cx="0" cy="3650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9B2D366-DF9C-ADBC-504D-D35CF7F3A04B}"/>
                </a:ext>
              </a:extLst>
            </p:cNvPr>
            <p:cNvCxnSpPr/>
            <p:nvPr/>
          </p:nvCxnSpPr>
          <p:spPr>
            <a:xfrm flipV="1">
              <a:off x="6519839" y="2099534"/>
              <a:ext cx="0" cy="3650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730533E1-BA97-1DA5-956A-9CB8E7905FC0}"/>
              </a:ext>
            </a:extLst>
          </p:cNvPr>
          <p:cNvSpPr/>
          <p:nvPr/>
        </p:nvSpPr>
        <p:spPr>
          <a:xfrm flipV="1">
            <a:off x="6595198" y="1769299"/>
            <a:ext cx="120502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D497037-A5DE-BECA-88A5-EC16C193A59D}"/>
              </a:ext>
            </a:extLst>
          </p:cNvPr>
          <p:cNvCxnSpPr/>
          <p:nvPr/>
        </p:nvCxnSpPr>
        <p:spPr>
          <a:xfrm>
            <a:off x="6657529" y="2129299"/>
            <a:ext cx="0" cy="365052"/>
          </a:xfrm>
          <a:prstGeom prst="line">
            <a:avLst/>
          </a:prstGeom>
          <a:ln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6C2F069-32AF-0C09-ED7F-D668D7324371}"/>
              </a:ext>
            </a:extLst>
          </p:cNvPr>
          <p:cNvCxnSpPr/>
          <p:nvPr/>
        </p:nvCxnSpPr>
        <p:spPr>
          <a:xfrm>
            <a:off x="6657529" y="1402780"/>
            <a:ext cx="0" cy="365052"/>
          </a:xfrm>
          <a:prstGeom prst="line">
            <a:avLst/>
          </a:prstGeom>
          <a:ln>
            <a:solidFill>
              <a:schemeClr val="tx1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B623D74-8C18-B8E3-DC9B-3418BFC8EED1}"/>
              </a:ext>
            </a:extLst>
          </p:cNvPr>
          <p:cNvCxnSpPr>
            <a:cxnSpLocks/>
          </p:cNvCxnSpPr>
          <p:nvPr/>
        </p:nvCxnSpPr>
        <p:spPr>
          <a:xfrm flipH="1">
            <a:off x="7588352" y="3030878"/>
            <a:ext cx="6350" cy="359546"/>
          </a:xfrm>
          <a:prstGeom prst="line">
            <a:avLst/>
          </a:prstGeom>
          <a:ln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AC962D1-E48C-C978-A000-992430FF46DD}"/>
              </a:ext>
            </a:extLst>
          </p:cNvPr>
          <p:cNvCxnSpPr>
            <a:cxnSpLocks/>
          </p:cNvCxnSpPr>
          <p:nvPr/>
        </p:nvCxnSpPr>
        <p:spPr>
          <a:xfrm>
            <a:off x="5716197" y="3040136"/>
            <a:ext cx="0" cy="704560"/>
          </a:xfrm>
          <a:prstGeom prst="line">
            <a:avLst/>
          </a:prstGeom>
          <a:ln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FE56B11-76FA-67C9-C84B-E5CC3BF579DB}"/>
              </a:ext>
            </a:extLst>
          </p:cNvPr>
          <p:cNvCxnSpPr>
            <a:cxnSpLocks/>
            <a:endCxn id="63" idx="2"/>
          </p:cNvCxnSpPr>
          <p:nvPr/>
        </p:nvCxnSpPr>
        <p:spPr>
          <a:xfrm>
            <a:off x="4326549" y="3399683"/>
            <a:ext cx="456440" cy="34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7320A3E-A48E-B8A8-32C8-4F1EBE05FB4E}"/>
              </a:ext>
            </a:extLst>
          </p:cNvPr>
          <p:cNvCxnSpPr>
            <a:cxnSpLocks/>
          </p:cNvCxnSpPr>
          <p:nvPr/>
        </p:nvCxnSpPr>
        <p:spPr>
          <a:xfrm>
            <a:off x="2440537" y="3749971"/>
            <a:ext cx="23317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12B0BF0-E7C2-F883-834C-2018ECB667B4}"/>
              </a:ext>
            </a:extLst>
          </p:cNvPr>
          <p:cNvCxnSpPr>
            <a:cxnSpLocks/>
          </p:cNvCxnSpPr>
          <p:nvPr/>
        </p:nvCxnSpPr>
        <p:spPr>
          <a:xfrm>
            <a:off x="3374953" y="1395073"/>
            <a:ext cx="1352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6EC5B92-F142-FE8E-0B9D-18C610670CAC}"/>
                  </a:ext>
                </a:extLst>
              </p:cNvPr>
              <p:cNvSpPr txBox="1"/>
              <p:nvPr/>
            </p:nvSpPr>
            <p:spPr>
              <a:xfrm>
                <a:off x="3559689" y="1839266"/>
                <a:ext cx="853375" cy="2416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acc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∠</m:t>
                      </m:r>
                      <m:sSup>
                        <m:sSup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sup>
                      </m:s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6EC5B92-F142-FE8E-0B9D-18C610670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9689" y="1839266"/>
                <a:ext cx="853375" cy="241605"/>
              </a:xfrm>
              <a:prstGeom prst="rect">
                <a:avLst/>
              </a:prstGeom>
              <a:blipFill>
                <a:blip r:embed="rId2"/>
                <a:stretch>
                  <a:fillRect l="-4412" r="-1471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75F2CA5-2CAC-97AA-C022-53434CC8B32D}"/>
                  </a:ext>
                </a:extLst>
              </p:cNvPr>
              <p:cNvSpPr txBox="1"/>
              <p:nvPr/>
            </p:nvSpPr>
            <p:spPr>
              <a:xfrm>
                <a:off x="1544419" y="2564057"/>
                <a:ext cx="1242007" cy="2416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acc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∠</m:t>
                      </m:r>
                      <m:sSup>
                        <m:sSup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−120</m:t>
                          </m:r>
                        </m:e>
                        <m:sup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sup>
                      </m:s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75F2CA5-2CAC-97AA-C022-53434CC8B3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4419" y="2564057"/>
                <a:ext cx="1242007" cy="241605"/>
              </a:xfrm>
              <a:prstGeom prst="rect">
                <a:avLst/>
              </a:prstGeom>
              <a:blipFill>
                <a:blip r:embed="rId3"/>
                <a:stretch>
                  <a:fillRect l="-3030" r="-1010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42FFEE1-52D4-18DF-EFAF-2E4618D182F1}"/>
                  </a:ext>
                </a:extLst>
              </p:cNvPr>
              <p:cNvSpPr txBox="1"/>
              <p:nvPr/>
            </p:nvSpPr>
            <p:spPr>
              <a:xfrm>
                <a:off x="3878639" y="2381531"/>
                <a:ext cx="1211614" cy="2416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acc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∠</m:t>
                      </m:r>
                      <m:sSup>
                        <m:sSup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−240</m:t>
                          </m:r>
                        </m:e>
                        <m:sup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sup>
                      </m:s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42FFEE1-52D4-18DF-EFAF-2E4618D18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639" y="2381531"/>
                <a:ext cx="1211614" cy="241605"/>
              </a:xfrm>
              <a:prstGeom prst="rect">
                <a:avLst/>
              </a:prstGeom>
              <a:blipFill>
                <a:blip r:embed="rId4"/>
                <a:stretch>
                  <a:fillRect l="-3125" r="-2083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FB4A86F-C6B1-10F2-A2FA-A7F8510B4EF4}"/>
                  </a:ext>
                </a:extLst>
              </p:cNvPr>
              <p:cNvSpPr txBox="1"/>
              <p:nvPr/>
            </p:nvSpPr>
            <p:spPr>
              <a:xfrm>
                <a:off x="6807445" y="1911399"/>
                <a:ext cx="229486" cy="2416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acc>
                        </m:e>
                        <m:sub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m:oMathPara>
                </a14:m>
                <a:endParaRPr lang="en-CA" sz="1400" b="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FB4A86F-C6B1-10F2-A2FA-A7F8510B4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7445" y="1911399"/>
                <a:ext cx="229486" cy="241605"/>
              </a:xfrm>
              <a:prstGeom prst="rect">
                <a:avLst/>
              </a:prstGeom>
              <a:blipFill>
                <a:blip r:embed="rId5"/>
                <a:stretch>
                  <a:fillRect l="-22222" t="-30000" r="-5556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0066CEF9-FF0F-3042-BB6D-B5E6EB5514A3}"/>
              </a:ext>
            </a:extLst>
          </p:cNvPr>
          <p:cNvGrpSpPr>
            <a:grpSpLocks noChangeAspect="1"/>
          </p:cNvGrpSpPr>
          <p:nvPr/>
        </p:nvGrpSpPr>
        <p:grpSpPr>
          <a:xfrm>
            <a:off x="4727325" y="1336690"/>
            <a:ext cx="360000" cy="116766"/>
            <a:chOff x="2224309" y="1762688"/>
            <a:chExt cx="554957" cy="180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80C3E04-B2EC-BE79-15F1-3574893DAEC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24309" y="1762688"/>
              <a:ext cx="180000" cy="180000"/>
              <a:chOff x="708025" y="1311275"/>
              <a:chExt cx="914400" cy="914400"/>
            </a:xfrm>
          </p:grpSpPr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7CD846E8-7FE7-5916-84DA-5CDD355DDF9A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4DA6F830-FFBE-ACBC-66B0-599640C8CA0D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2581E8B-6523-2127-7E03-CE947D55962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10137" y="1762688"/>
              <a:ext cx="180000" cy="180000"/>
              <a:chOff x="708025" y="1311275"/>
              <a:chExt cx="914400" cy="914400"/>
            </a:xfrm>
          </p:grpSpPr>
          <p:sp>
            <p:nvSpPr>
              <p:cNvPr id="41" name="Arc 40">
                <a:extLst>
                  <a:ext uri="{FF2B5EF4-FFF2-40B4-BE49-F238E27FC236}">
                    <a16:creationId xmlns:a16="http://schemas.microsoft.com/office/drawing/2014/main" id="{CE5087A5-B5EA-95B4-552E-8001A0D532B2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3" name="Arc 42">
                <a:extLst>
                  <a:ext uri="{FF2B5EF4-FFF2-40B4-BE49-F238E27FC236}">
                    <a16:creationId xmlns:a16="http://schemas.microsoft.com/office/drawing/2014/main" id="{C000B73D-4ECA-53ED-8450-CBA13856515C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9AD12F5-06EF-ECB2-ED53-8585C5D5909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99266" y="1762688"/>
              <a:ext cx="180000" cy="180000"/>
              <a:chOff x="708025" y="1311275"/>
              <a:chExt cx="914400" cy="914400"/>
            </a:xfrm>
          </p:grpSpPr>
          <p:sp>
            <p:nvSpPr>
              <p:cNvPr id="21" name="Arc 20">
                <a:extLst>
                  <a:ext uri="{FF2B5EF4-FFF2-40B4-BE49-F238E27FC236}">
                    <a16:creationId xmlns:a16="http://schemas.microsoft.com/office/drawing/2014/main" id="{E80A5FA8-1157-8578-801E-135AFBD54DD7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11CBFDA3-F9AB-6DA1-BF4F-9573AF487CF9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5BAD527-72D1-9511-6439-8FE7328CB4E1}"/>
              </a:ext>
            </a:extLst>
          </p:cNvPr>
          <p:cNvGrpSpPr>
            <a:grpSpLocks noChangeAspect="1"/>
          </p:cNvGrpSpPr>
          <p:nvPr/>
        </p:nvGrpSpPr>
        <p:grpSpPr>
          <a:xfrm>
            <a:off x="4782989" y="3344741"/>
            <a:ext cx="360000" cy="116766"/>
            <a:chOff x="2224309" y="1762688"/>
            <a:chExt cx="554957" cy="18000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3986F5F1-E26A-3B16-CC68-80D347D0D45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24309" y="1762688"/>
              <a:ext cx="180000" cy="180000"/>
              <a:chOff x="708025" y="1311275"/>
              <a:chExt cx="914400" cy="914400"/>
            </a:xfrm>
          </p:grpSpPr>
          <p:sp>
            <p:nvSpPr>
              <p:cNvPr id="62" name="Arc 61">
                <a:extLst>
                  <a:ext uri="{FF2B5EF4-FFF2-40B4-BE49-F238E27FC236}">
                    <a16:creationId xmlns:a16="http://schemas.microsoft.com/office/drawing/2014/main" id="{2CA9F679-84B1-7737-DE33-EF6890764052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63" name="Arc 62">
                <a:extLst>
                  <a:ext uri="{FF2B5EF4-FFF2-40B4-BE49-F238E27FC236}">
                    <a16:creationId xmlns:a16="http://schemas.microsoft.com/office/drawing/2014/main" id="{BAAEE102-954A-4160-3997-535E57B27E11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4E0BDE93-8D72-A849-A38F-9D0BE8543D1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10137" y="1762688"/>
              <a:ext cx="180000" cy="180000"/>
              <a:chOff x="708025" y="1311275"/>
              <a:chExt cx="914400" cy="914400"/>
            </a:xfrm>
          </p:grpSpPr>
          <p:sp>
            <p:nvSpPr>
              <p:cNvPr id="60" name="Arc 59">
                <a:extLst>
                  <a:ext uri="{FF2B5EF4-FFF2-40B4-BE49-F238E27FC236}">
                    <a16:creationId xmlns:a16="http://schemas.microsoft.com/office/drawing/2014/main" id="{439C61D4-9EA4-BA56-3229-7B2C9A417E56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61" name="Arc 60">
                <a:extLst>
                  <a:ext uri="{FF2B5EF4-FFF2-40B4-BE49-F238E27FC236}">
                    <a16:creationId xmlns:a16="http://schemas.microsoft.com/office/drawing/2014/main" id="{A76173F7-38CD-A855-11B6-6E1E7FA06C9A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BDA471C5-1D14-0754-01FE-9D60193C63D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99266" y="1762688"/>
              <a:ext cx="180000" cy="180000"/>
              <a:chOff x="708025" y="1311275"/>
              <a:chExt cx="914400" cy="914400"/>
            </a:xfrm>
          </p:grpSpPr>
          <p:sp>
            <p:nvSpPr>
              <p:cNvPr id="58" name="Arc 57">
                <a:extLst>
                  <a:ext uri="{FF2B5EF4-FFF2-40B4-BE49-F238E27FC236}">
                    <a16:creationId xmlns:a16="http://schemas.microsoft.com/office/drawing/2014/main" id="{ABD7E8BD-396A-03CE-3443-C46E1AE3EAEF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59" name="Arc 58">
                <a:extLst>
                  <a:ext uri="{FF2B5EF4-FFF2-40B4-BE49-F238E27FC236}">
                    <a16:creationId xmlns:a16="http://schemas.microsoft.com/office/drawing/2014/main" id="{6ABA047A-55C7-8E13-BE43-C048A045C027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43A41AC-6188-63E2-956F-7F16365C7516}"/>
              </a:ext>
            </a:extLst>
          </p:cNvPr>
          <p:cNvGrpSpPr>
            <a:grpSpLocks noChangeAspect="1"/>
          </p:cNvGrpSpPr>
          <p:nvPr/>
        </p:nvGrpSpPr>
        <p:grpSpPr>
          <a:xfrm>
            <a:off x="4772316" y="3691588"/>
            <a:ext cx="360000" cy="116766"/>
            <a:chOff x="2224309" y="1762688"/>
            <a:chExt cx="554957" cy="180000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75C69AD-8C70-039B-E00B-4CF2E13A78F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24309" y="1762688"/>
              <a:ext cx="180000" cy="180000"/>
              <a:chOff x="708025" y="1311275"/>
              <a:chExt cx="914400" cy="914400"/>
            </a:xfrm>
          </p:grpSpPr>
          <p:sp>
            <p:nvSpPr>
              <p:cNvPr id="72" name="Arc 71">
                <a:extLst>
                  <a:ext uri="{FF2B5EF4-FFF2-40B4-BE49-F238E27FC236}">
                    <a16:creationId xmlns:a16="http://schemas.microsoft.com/office/drawing/2014/main" id="{24F0F0D7-8A97-A6D4-EBC4-D6D259A23C85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73" name="Arc 72">
                <a:extLst>
                  <a:ext uri="{FF2B5EF4-FFF2-40B4-BE49-F238E27FC236}">
                    <a16:creationId xmlns:a16="http://schemas.microsoft.com/office/drawing/2014/main" id="{C7B00CD5-3E17-31FF-B30D-F5B90326C95E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0BB7368E-EF30-49BD-4264-93C5178DF11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10137" y="1762688"/>
              <a:ext cx="180000" cy="180000"/>
              <a:chOff x="708025" y="1311275"/>
              <a:chExt cx="914400" cy="914400"/>
            </a:xfrm>
          </p:grpSpPr>
          <p:sp>
            <p:nvSpPr>
              <p:cNvPr id="70" name="Arc 69">
                <a:extLst>
                  <a:ext uri="{FF2B5EF4-FFF2-40B4-BE49-F238E27FC236}">
                    <a16:creationId xmlns:a16="http://schemas.microsoft.com/office/drawing/2014/main" id="{C9F6FA36-3DF5-62EC-1790-C1A65C84209E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71" name="Arc 70">
                <a:extLst>
                  <a:ext uri="{FF2B5EF4-FFF2-40B4-BE49-F238E27FC236}">
                    <a16:creationId xmlns:a16="http://schemas.microsoft.com/office/drawing/2014/main" id="{EDDCF257-698D-3025-E0CE-C6C3D207CDB3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E93C94FD-4DB2-6B1C-6420-92FFD22D553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99266" y="1762688"/>
              <a:ext cx="180000" cy="180000"/>
              <a:chOff x="708025" y="1311275"/>
              <a:chExt cx="914400" cy="914400"/>
            </a:xfrm>
          </p:grpSpPr>
          <p:sp>
            <p:nvSpPr>
              <p:cNvPr id="68" name="Arc 67">
                <a:extLst>
                  <a:ext uri="{FF2B5EF4-FFF2-40B4-BE49-F238E27FC236}">
                    <a16:creationId xmlns:a16="http://schemas.microsoft.com/office/drawing/2014/main" id="{38409763-11B5-654E-D859-F5B8E2AD04D6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69" name="Arc 68">
                <a:extLst>
                  <a:ext uri="{FF2B5EF4-FFF2-40B4-BE49-F238E27FC236}">
                    <a16:creationId xmlns:a16="http://schemas.microsoft.com/office/drawing/2014/main" id="{DAE81231-A219-B678-5496-66DB1A710C9E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</p:grp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38464C3-A829-87D6-E2B3-BF3C8B57B823}"/>
              </a:ext>
            </a:extLst>
          </p:cNvPr>
          <p:cNvCxnSpPr>
            <a:cxnSpLocks/>
          </p:cNvCxnSpPr>
          <p:nvPr/>
        </p:nvCxnSpPr>
        <p:spPr>
          <a:xfrm>
            <a:off x="5083461" y="1395073"/>
            <a:ext cx="15665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F234D02-3893-6B05-CA2D-9F3825336411}"/>
              </a:ext>
            </a:extLst>
          </p:cNvPr>
          <p:cNvCxnSpPr>
            <a:cxnSpLocks/>
          </p:cNvCxnSpPr>
          <p:nvPr/>
        </p:nvCxnSpPr>
        <p:spPr>
          <a:xfrm>
            <a:off x="5148911" y="3399683"/>
            <a:ext cx="5672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824609AE-CC80-6E87-944E-ACA34549D6A2}"/>
              </a:ext>
            </a:extLst>
          </p:cNvPr>
          <p:cNvCxnSpPr>
            <a:cxnSpLocks/>
          </p:cNvCxnSpPr>
          <p:nvPr/>
        </p:nvCxnSpPr>
        <p:spPr>
          <a:xfrm>
            <a:off x="5128008" y="3749971"/>
            <a:ext cx="28801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16F08942-7DAD-0A1E-19F9-4093EDC4BC35}"/>
                  </a:ext>
                </a:extLst>
              </p:cNvPr>
              <p:cNvSpPr txBox="1"/>
              <p:nvPr/>
            </p:nvSpPr>
            <p:spPr>
              <a:xfrm>
                <a:off x="4732606" y="1066175"/>
                <a:ext cx="35085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</m:oMath>
                  </m:oMathPara>
                </a14:m>
                <a:endParaRPr lang="en-CA" sz="1400" b="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16F08942-7DAD-0A1E-19F9-4093EDC4B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2606" y="1066175"/>
                <a:ext cx="350855" cy="215444"/>
              </a:xfrm>
              <a:prstGeom prst="rect">
                <a:avLst/>
              </a:prstGeom>
              <a:blipFill>
                <a:blip r:embed="rId6"/>
                <a:stretch>
                  <a:fillRect l="-6897" b="-35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9A5B97D7-262D-D19E-3438-041B7C182657}"/>
                  </a:ext>
                </a:extLst>
              </p:cNvPr>
              <p:cNvSpPr txBox="1"/>
              <p:nvPr/>
            </p:nvSpPr>
            <p:spPr>
              <a:xfrm>
                <a:off x="4777153" y="3105317"/>
                <a:ext cx="35085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</m:oMath>
                  </m:oMathPara>
                </a14:m>
                <a:endParaRPr lang="en-CA" sz="1400" b="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9A5B97D7-262D-D19E-3438-041B7C182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153" y="3105317"/>
                <a:ext cx="350855" cy="215444"/>
              </a:xfrm>
              <a:prstGeom prst="rect">
                <a:avLst/>
              </a:prstGeom>
              <a:blipFill>
                <a:blip r:embed="rId7"/>
                <a:stretch>
                  <a:fillRect l="-10714" b="-2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B5085F1E-1A66-5D1E-C79D-01D9DE7ED32B}"/>
                  </a:ext>
                </a:extLst>
              </p:cNvPr>
              <p:cNvSpPr txBox="1"/>
              <p:nvPr/>
            </p:nvSpPr>
            <p:spPr>
              <a:xfrm>
                <a:off x="4772316" y="3475685"/>
                <a:ext cx="35085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</m:oMath>
                  </m:oMathPara>
                </a14:m>
                <a:endParaRPr lang="en-CA" sz="1400" b="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B5085F1E-1A66-5D1E-C79D-01D9DE7ED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2316" y="3475685"/>
                <a:ext cx="350855" cy="215444"/>
              </a:xfrm>
              <a:prstGeom prst="rect">
                <a:avLst/>
              </a:prstGeom>
              <a:blipFill>
                <a:blip r:embed="rId8"/>
                <a:stretch>
                  <a:fillRect l="-10345" b="-2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9B8A1402-CC1E-0188-2B9D-2AA4F2078118}"/>
              </a:ext>
            </a:extLst>
          </p:cNvPr>
          <p:cNvGrpSpPr/>
          <p:nvPr/>
        </p:nvGrpSpPr>
        <p:grpSpPr>
          <a:xfrm>
            <a:off x="9385422" y="1673991"/>
            <a:ext cx="1091571" cy="1091819"/>
            <a:chOff x="9218433" y="1339783"/>
            <a:chExt cx="1091571" cy="1091819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5D06C99E-C9D9-97B2-A41F-601E68C76117}"/>
                </a:ext>
              </a:extLst>
            </p:cNvPr>
            <p:cNvGrpSpPr/>
            <p:nvPr/>
          </p:nvGrpSpPr>
          <p:grpSpPr>
            <a:xfrm rot="1808883" flipV="1">
              <a:off x="9430497" y="1339783"/>
              <a:ext cx="120502" cy="1091571"/>
              <a:chOff x="6457508" y="1373015"/>
              <a:chExt cx="120502" cy="1091571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365F7A30-9F85-4B08-E7A7-A36A2491710A}"/>
                  </a:ext>
                </a:extLst>
              </p:cNvPr>
              <p:cNvSpPr/>
              <p:nvPr/>
            </p:nvSpPr>
            <p:spPr>
              <a:xfrm>
                <a:off x="6457508" y="1738067"/>
                <a:ext cx="120502" cy="360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4C3CC77A-1676-F61E-40BA-A76790893DAF}"/>
                  </a:ext>
                </a:extLst>
              </p:cNvPr>
              <p:cNvCxnSpPr/>
              <p:nvPr/>
            </p:nvCxnSpPr>
            <p:spPr>
              <a:xfrm flipV="1">
                <a:off x="6519839" y="1373015"/>
                <a:ext cx="0" cy="36505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57D8F198-2F5F-C374-8CDA-F80248121AE1}"/>
                  </a:ext>
                </a:extLst>
              </p:cNvPr>
              <p:cNvCxnSpPr/>
              <p:nvPr/>
            </p:nvCxnSpPr>
            <p:spPr>
              <a:xfrm flipV="1">
                <a:off x="6519839" y="2099534"/>
                <a:ext cx="0" cy="36505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E68ACFD2-F493-F408-B1ED-653DCB5794F7}"/>
                </a:ext>
              </a:extLst>
            </p:cNvPr>
            <p:cNvGrpSpPr/>
            <p:nvPr/>
          </p:nvGrpSpPr>
          <p:grpSpPr>
            <a:xfrm rot="-1800000" flipV="1">
              <a:off x="9975518" y="1340031"/>
              <a:ext cx="120502" cy="1091571"/>
              <a:chOff x="6457508" y="1373015"/>
              <a:chExt cx="120502" cy="1091571"/>
            </a:xfrm>
          </p:grpSpPr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B6500EDC-457F-F985-5FF1-5BF3B1791AC1}"/>
                  </a:ext>
                </a:extLst>
              </p:cNvPr>
              <p:cNvSpPr/>
              <p:nvPr/>
            </p:nvSpPr>
            <p:spPr>
              <a:xfrm>
                <a:off x="6457508" y="1738067"/>
                <a:ext cx="120502" cy="360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76067F0D-30A1-8681-1E64-4B69563E4B55}"/>
                  </a:ext>
                </a:extLst>
              </p:cNvPr>
              <p:cNvCxnSpPr/>
              <p:nvPr/>
            </p:nvCxnSpPr>
            <p:spPr>
              <a:xfrm flipV="1">
                <a:off x="6519839" y="1373015"/>
                <a:ext cx="0" cy="36505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96099352-556C-C3B4-C83D-55247A5F86BB}"/>
                  </a:ext>
                </a:extLst>
              </p:cNvPr>
              <p:cNvCxnSpPr/>
              <p:nvPr/>
            </p:nvCxnSpPr>
            <p:spPr>
              <a:xfrm flipV="1">
                <a:off x="6519839" y="2099534"/>
                <a:ext cx="0" cy="36505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0D99F9B2-EC4C-FE14-F2D9-E5F91143A8F1}"/>
                </a:ext>
              </a:extLst>
            </p:cNvPr>
            <p:cNvGrpSpPr/>
            <p:nvPr/>
          </p:nvGrpSpPr>
          <p:grpSpPr>
            <a:xfrm rot="5400000" flipV="1">
              <a:off x="9703968" y="1806933"/>
              <a:ext cx="120502" cy="1091571"/>
              <a:chOff x="6457508" y="1373015"/>
              <a:chExt cx="120502" cy="1091571"/>
            </a:xfrm>
          </p:grpSpPr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C1589F83-690A-8123-00F6-FE66C2BAE8A3}"/>
                  </a:ext>
                </a:extLst>
              </p:cNvPr>
              <p:cNvSpPr/>
              <p:nvPr/>
            </p:nvSpPr>
            <p:spPr>
              <a:xfrm>
                <a:off x="6457508" y="1738067"/>
                <a:ext cx="120502" cy="360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C23FC3CE-C11A-6F2E-E198-F062163EC455}"/>
                  </a:ext>
                </a:extLst>
              </p:cNvPr>
              <p:cNvCxnSpPr/>
              <p:nvPr/>
            </p:nvCxnSpPr>
            <p:spPr>
              <a:xfrm flipV="1">
                <a:off x="6519839" y="1373015"/>
                <a:ext cx="0" cy="36505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39DE2EBF-AAD3-CBA9-AF5B-C6FA1F955B9A}"/>
                  </a:ext>
                </a:extLst>
              </p:cNvPr>
              <p:cNvCxnSpPr/>
              <p:nvPr/>
            </p:nvCxnSpPr>
            <p:spPr>
              <a:xfrm flipV="1">
                <a:off x="6519839" y="2099534"/>
                <a:ext cx="0" cy="36505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D7C4FFE-1FD3-DE9F-C819-A7FD0D639E5D}"/>
              </a:ext>
            </a:extLst>
          </p:cNvPr>
          <p:cNvCxnSpPr>
            <a:cxnSpLocks/>
          </p:cNvCxnSpPr>
          <p:nvPr/>
        </p:nvCxnSpPr>
        <p:spPr>
          <a:xfrm>
            <a:off x="6652199" y="1395073"/>
            <a:ext cx="1352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DE358B5-7579-0DE5-26E7-347A89AEA5E3}"/>
              </a:ext>
            </a:extLst>
          </p:cNvPr>
          <p:cNvGrpSpPr>
            <a:grpSpLocks noChangeAspect="1"/>
          </p:cNvGrpSpPr>
          <p:nvPr/>
        </p:nvGrpSpPr>
        <p:grpSpPr>
          <a:xfrm>
            <a:off x="8004571" y="1336690"/>
            <a:ext cx="360000" cy="116766"/>
            <a:chOff x="2224309" y="1762688"/>
            <a:chExt cx="554957" cy="180000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48C061F7-C637-3B46-D3F5-290D5E74FEE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24309" y="1762688"/>
              <a:ext cx="180000" cy="180000"/>
              <a:chOff x="708025" y="1311275"/>
              <a:chExt cx="914400" cy="914400"/>
            </a:xfrm>
          </p:grpSpPr>
          <p:sp>
            <p:nvSpPr>
              <p:cNvPr id="109" name="Arc 108">
                <a:extLst>
                  <a:ext uri="{FF2B5EF4-FFF2-40B4-BE49-F238E27FC236}">
                    <a16:creationId xmlns:a16="http://schemas.microsoft.com/office/drawing/2014/main" id="{2E308454-138E-1EEE-6DB2-EBE1877127C3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10" name="Arc 109">
                <a:extLst>
                  <a:ext uri="{FF2B5EF4-FFF2-40B4-BE49-F238E27FC236}">
                    <a16:creationId xmlns:a16="http://schemas.microsoft.com/office/drawing/2014/main" id="{9F91D157-AFB1-B1F1-D1A4-8673A0379A14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C11CBACD-0A82-674D-8428-50B5E9171A9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10137" y="1762688"/>
              <a:ext cx="180000" cy="180000"/>
              <a:chOff x="708025" y="1311275"/>
              <a:chExt cx="914400" cy="914400"/>
            </a:xfrm>
          </p:grpSpPr>
          <p:sp>
            <p:nvSpPr>
              <p:cNvPr id="107" name="Arc 106">
                <a:extLst>
                  <a:ext uri="{FF2B5EF4-FFF2-40B4-BE49-F238E27FC236}">
                    <a16:creationId xmlns:a16="http://schemas.microsoft.com/office/drawing/2014/main" id="{C2E83696-0F66-A93D-F5E3-AE8525968C02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08" name="Arc 107">
                <a:extLst>
                  <a:ext uri="{FF2B5EF4-FFF2-40B4-BE49-F238E27FC236}">
                    <a16:creationId xmlns:a16="http://schemas.microsoft.com/office/drawing/2014/main" id="{6C6B16D8-3D7A-AB15-54D6-5248B94DC79F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CFCCA8EB-F8F0-78DD-364B-4C3F80B9CE2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99266" y="1762688"/>
              <a:ext cx="180000" cy="180000"/>
              <a:chOff x="708025" y="1311275"/>
              <a:chExt cx="914400" cy="914400"/>
            </a:xfrm>
          </p:grpSpPr>
          <p:sp>
            <p:nvSpPr>
              <p:cNvPr id="105" name="Arc 104">
                <a:extLst>
                  <a:ext uri="{FF2B5EF4-FFF2-40B4-BE49-F238E27FC236}">
                    <a16:creationId xmlns:a16="http://schemas.microsoft.com/office/drawing/2014/main" id="{63F3671D-8BD3-AC87-5EA8-03D2748203D4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06" name="Arc 105">
                <a:extLst>
                  <a:ext uri="{FF2B5EF4-FFF2-40B4-BE49-F238E27FC236}">
                    <a16:creationId xmlns:a16="http://schemas.microsoft.com/office/drawing/2014/main" id="{C2FA49F1-DCDF-B7CC-35F9-BD9CC544CD2F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</p:grp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08BED3F4-294C-2AA3-2D42-E9224D14AEAE}"/>
              </a:ext>
            </a:extLst>
          </p:cNvPr>
          <p:cNvCxnSpPr>
            <a:cxnSpLocks/>
          </p:cNvCxnSpPr>
          <p:nvPr/>
        </p:nvCxnSpPr>
        <p:spPr>
          <a:xfrm>
            <a:off x="8360707" y="1395073"/>
            <a:ext cx="15665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5F181731-CD90-708F-74D9-84D581EC2258}"/>
                  </a:ext>
                </a:extLst>
              </p:cNvPr>
              <p:cNvSpPr txBox="1"/>
              <p:nvPr/>
            </p:nvSpPr>
            <p:spPr>
              <a:xfrm>
                <a:off x="8009852" y="1066175"/>
                <a:ext cx="35085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</m:oMath>
                  </m:oMathPara>
                </a14:m>
                <a:endParaRPr lang="en-CA" sz="1400" b="0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5F181731-CD90-708F-74D9-84D581EC2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9852" y="1066175"/>
                <a:ext cx="350855" cy="215444"/>
              </a:xfrm>
              <a:prstGeom prst="rect">
                <a:avLst/>
              </a:prstGeom>
              <a:blipFill>
                <a:blip r:embed="rId9"/>
                <a:stretch>
                  <a:fillRect l="-6897" b="-35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0C2E2105-BFB2-957B-BB31-9B45306CDAAB}"/>
              </a:ext>
            </a:extLst>
          </p:cNvPr>
          <p:cNvCxnSpPr>
            <a:cxnSpLocks/>
          </p:cNvCxnSpPr>
          <p:nvPr/>
        </p:nvCxnSpPr>
        <p:spPr>
          <a:xfrm>
            <a:off x="5716197" y="3399683"/>
            <a:ext cx="229200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6BF50379-F112-7424-E8F3-4167DCB58855}"/>
              </a:ext>
            </a:extLst>
          </p:cNvPr>
          <p:cNvGrpSpPr>
            <a:grpSpLocks noChangeAspect="1"/>
          </p:cNvGrpSpPr>
          <p:nvPr/>
        </p:nvGrpSpPr>
        <p:grpSpPr>
          <a:xfrm>
            <a:off x="8008202" y="3341300"/>
            <a:ext cx="360000" cy="116766"/>
            <a:chOff x="2224309" y="1762688"/>
            <a:chExt cx="554957" cy="180000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87EE4D59-2994-547E-1634-A037A964EB0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24309" y="1762688"/>
              <a:ext cx="180000" cy="180000"/>
              <a:chOff x="708025" y="1311275"/>
              <a:chExt cx="914400" cy="914400"/>
            </a:xfrm>
          </p:grpSpPr>
          <p:sp>
            <p:nvSpPr>
              <p:cNvPr id="122" name="Arc 121">
                <a:extLst>
                  <a:ext uri="{FF2B5EF4-FFF2-40B4-BE49-F238E27FC236}">
                    <a16:creationId xmlns:a16="http://schemas.microsoft.com/office/drawing/2014/main" id="{C203D93C-BDF1-605C-F1B5-54E01D4D72E1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23" name="Arc 122">
                <a:extLst>
                  <a:ext uri="{FF2B5EF4-FFF2-40B4-BE49-F238E27FC236}">
                    <a16:creationId xmlns:a16="http://schemas.microsoft.com/office/drawing/2014/main" id="{12534A9D-0F25-6DCC-F65C-589D67C62EF1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2D9436BE-390B-0BEB-51D6-F31CBAA96C9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10137" y="1762688"/>
              <a:ext cx="180000" cy="180000"/>
              <a:chOff x="708025" y="1311275"/>
              <a:chExt cx="914400" cy="914400"/>
            </a:xfrm>
          </p:grpSpPr>
          <p:sp>
            <p:nvSpPr>
              <p:cNvPr id="120" name="Arc 119">
                <a:extLst>
                  <a:ext uri="{FF2B5EF4-FFF2-40B4-BE49-F238E27FC236}">
                    <a16:creationId xmlns:a16="http://schemas.microsoft.com/office/drawing/2014/main" id="{4C31B4D1-2F95-6F35-3C11-6CBD6116939E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21" name="Arc 120">
                <a:extLst>
                  <a:ext uri="{FF2B5EF4-FFF2-40B4-BE49-F238E27FC236}">
                    <a16:creationId xmlns:a16="http://schemas.microsoft.com/office/drawing/2014/main" id="{F9DCFE73-2E43-A79C-BDFB-F76CAC8E423C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8AA221A-585C-363A-1E0B-3658366B304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99266" y="1762688"/>
              <a:ext cx="180000" cy="180000"/>
              <a:chOff x="708025" y="1311275"/>
              <a:chExt cx="914400" cy="914400"/>
            </a:xfrm>
          </p:grpSpPr>
          <p:sp>
            <p:nvSpPr>
              <p:cNvPr id="118" name="Arc 117">
                <a:extLst>
                  <a:ext uri="{FF2B5EF4-FFF2-40B4-BE49-F238E27FC236}">
                    <a16:creationId xmlns:a16="http://schemas.microsoft.com/office/drawing/2014/main" id="{91371CB3-BA0B-B29C-02EC-34D70D16C5D7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19" name="Arc 118">
                <a:extLst>
                  <a:ext uri="{FF2B5EF4-FFF2-40B4-BE49-F238E27FC236}">
                    <a16:creationId xmlns:a16="http://schemas.microsoft.com/office/drawing/2014/main" id="{937DDFED-9E71-707A-71E9-51E00E4523A5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</p:grp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31F3ABF0-9F8B-5D03-3502-5D5C0BD21719}"/>
              </a:ext>
            </a:extLst>
          </p:cNvPr>
          <p:cNvCxnSpPr>
            <a:cxnSpLocks/>
          </p:cNvCxnSpPr>
          <p:nvPr/>
        </p:nvCxnSpPr>
        <p:spPr>
          <a:xfrm>
            <a:off x="8364338" y="3399683"/>
            <a:ext cx="21150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5C42EFA3-225A-CF82-1FF2-524BD2C524CE}"/>
                  </a:ext>
                </a:extLst>
              </p:cNvPr>
              <p:cNvSpPr txBox="1"/>
              <p:nvPr/>
            </p:nvSpPr>
            <p:spPr>
              <a:xfrm>
                <a:off x="8013483" y="3070785"/>
                <a:ext cx="35085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</m:oMath>
                  </m:oMathPara>
                </a14:m>
                <a:endParaRPr lang="en-CA" sz="1400" b="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5C42EFA3-225A-CF82-1FF2-524BD2C52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3483" y="3070785"/>
                <a:ext cx="350855" cy="215444"/>
              </a:xfrm>
              <a:prstGeom prst="rect">
                <a:avLst/>
              </a:prstGeom>
              <a:blipFill>
                <a:blip r:embed="rId10"/>
                <a:stretch>
                  <a:fillRect l="-10714" b="-2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1" name="Group 130">
            <a:extLst>
              <a:ext uri="{FF2B5EF4-FFF2-40B4-BE49-F238E27FC236}">
                <a16:creationId xmlns:a16="http://schemas.microsoft.com/office/drawing/2014/main" id="{B41981A0-3465-0C6A-F683-2C1C7F3A72F2}"/>
              </a:ext>
            </a:extLst>
          </p:cNvPr>
          <p:cNvGrpSpPr>
            <a:grpSpLocks noChangeAspect="1"/>
          </p:cNvGrpSpPr>
          <p:nvPr/>
        </p:nvGrpSpPr>
        <p:grpSpPr>
          <a:xfrm>
            <a:off x="8005716" y="3686313"/>
            <a:ext cx="360000" cy="116766"/>
            <a:chOff x="2224309" y="1762688"/>
            <a:chExt cx="554957" cy="180000"/>
          </a:xfrm>
        </p:grpSpPr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17DA94EF-5009-69BE-75BE-27A38A526BD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24309" y="1762688"/>
              <a:ext cx="180000" cy="180000"/>
              <a:chOff x="708025" y="1311275"/>
              <a:chExt cx="914400" cy="914400"/>
            </a:xfrm>
          </p:grpSpPr>
          <p:sp>
            <p:nvSpPr>
              <p:cNvPr id="139" name="Arc 138">
                <a:extLst>
                  <a:ext uri="{FF2B5EF4-FFF2-40B4-BE49-F238E27FC236}">
                    <a16:creationId xmlns:a16="http://schemas.microsoft.com/office/drawing/2014/main" id="{5030450A-60C5-8C17-6894-FF7D88696446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40" name="Arc 139">
                <a:extLst>
                  <a:ext uri="{FF2B5EF4-FFF2-40B4-BE49-F238E27FC236}">
                    <a16:creationId xmlns:a16="http://schemas.microsoft.com/office/drawing/2014/main" id="{2D5E086A-A051-5DFD-B644-64824A60D5A4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7679B55E-4AF6-E110-EAB9-504E92F4CBA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10137" y="1762688"/>
              <a:ext cx="180000" cy="180000"/>
              <a:chOff x="708025" y="1311275"/>
              <a:chExt cx="914400" cy="914400"/>
            </a:xfrm>
          </p:grpSpPr>
          <p:sp>
            <p:nvSpPr>
              <p:cNvPr id="137" name="Arc 136">
                <a:extLst>
                  <a:ext uri="{FF2B5EF4-FFF2-40B4-BE49-F238E27FC236}">
                    <a16:creationId xmlns:a16="http://schemas.microsoft.com/office/drawing/2014/main" id="{8E760220-53BD-D256-5D91-2C1307F65978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38" name="Arc 137">
                <a:extLst>
                  <a:ext uri="{FF2B5EF4-FFF2-40B4-BE49-F238E27FC236}">
                    <a16:creationId xmlns:a16="http://schemas.microsoft.com/office/drawing/2014/main" id="{451EA403-C082-A403-2CE9-F93D44F96E2E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ECAADDA0-63D6-A259-2604-07937A6566D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99266" y="1762688"/>
              <a:ext cx="180000" cy="180000"/>
              <a:chOff x="708025" y="1311275"/>
              <a:chExt cx="914400" cy="914400"/>
            </a:xfrm>
          </p:grpSpPr>
          <p:sp>
            <p:nvSpPr>
              <p:cNvPr id="135" name="Arc 134">
                <a:extLst>
                  <a:ext uri="{FF2B5EF4-FFF2-40B4-BE49-F238E27FC236}">
                    <a16:creationId xmlns:a16="http://schemas.microsoft.com/office/drawing/2014/main" id="{E91E173A-E271-02FF-E596-0DC99E7CE07E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36" name="Arc 135">
                <a:extLst>
                  <a:ext uri="{FF2B5EF4-FFF2-40B4-BE49-F238E27FC236}">
                    <a16:creationId xmlns:a16="http://schemas.microsoft.com/office/drawing/2014/main" id="{BD9B52DA-E0C9-D3A8-D415-254228E656BC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</p:grp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20C79C30-00A8-CFE7-BE73-BC27DB7DA6ED}"/>
              </a:ext>
            </a:extLst>
          </p:cNvPr>
          <p:cNvCxnSpPr>
            <a:cxnSpLocks/>
          </p:cNvCxnSpPr>
          <p:nvPr/>
        </p:nvCxnSpPr>
        <p:spPr>
          <a:xfrm>
            <a:off x="8361852" y="3744696"/>
            <a:ext cx="10234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3D739A0A-6FD2-016D-F52D-71BEA4B52270}"/>
                  </a:ext>
                </a:extLst>
              </p:cNvPr>
              <p:cNvSpPr txBox="1"/>
              <p:nvPr/>
            </p:nvSpPr>
            <p:spPr>
              <a:xfrm>
                <a:off x="8010997" y="3415798"/>
                <a:ext cx="35085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</m:oMath>
                  </m:oMathPara>
                </a14:m>
                <a:endParaRPr lang="en-CA" sz="1400" b="0" dirty="0"/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3D739A0A-6FD2-016D-F52D-71BEA4B52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0997" y="3415798"/>
                <a:ext cx="350855" cy="215444"/>
              </a:xfrm>
              <a:prstGeom prst="rect">
                <a:avLst/>
              </a:prstGeom>
              <a:blipFill>
                <a:blip r:embed="rId11"/>
                <a:stretch>
                  <a:fillRect l="-6897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C91CB43A-9816-A704-7E7D-B70C77D96F82}"/>
              </a:ext>
            </a:extLst>
          </p:cNvPr>
          <p:cNvCxnSpPr>
            <a:cxnSpLocks/>
          </p:cNvCxnSpPr>
          <p:nvPr/>
        </p:nvCxnSpPr>
        <p:spPr>
          <a:xfrm>
            <a:off x="9385300" y="2675724"/>
            <a:ext cx="0" cy="1068972"/>
          </a:xfrm>
          <a:prstGeom prst="line">
            <a:avLst/>
          </a:prstGeom>
          <a:ln>
            <a:solidFill>
              <a:schemeClr val="tx1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6B23373E-1587-55D4-7AE8-956DD966EC9A}"/>
              </a:ext>
            </a:extLst>
          </p:cNvPr>
          <p:cNvCxnSpPr>
            <a:cxnSpLocks/>
          </p:cNvCxnSpPr>
          <p:nvPr/>
        </p:nvCxnSpPr>
        <p:spPr>
          <a:xfrm>
            <a:off x="10479396" y="2684982"/>
            <a:ext cx="0" cy="714701"/>
          </a:xfrm>
          <a:prstGeom prst="line">
            <a:avLst/>
          </a:prstGeom>
          <a:ln>
            <a:solidFill>
              <a:schemeClr val="tx1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86494431-1AE7-5EA0-37E4-02ADDBE1413B}"/>
                  </a:ext>
                </a:extLst>
              </p:cNvPr>
              <p:cNvSpPr txBox="1"/>
              <p:nvPr/>
            </p:nvSpPr>
            <p:spPr>
              <a:xfrm>
                <a:off x="9321462" y="2042313"/>
                <a:ext cx="228652" cy="2416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CA" sz="14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sub>
                      </m:sSub>
                    </m:oMath>
                  </m:oMathPara>
                </a14:m>
                <a:endParaRPr lang="en-CA" sz="1400" b="0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86494431-1AE7-5EA0-37E4-02ADDBE14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1462" y="2042313"/>
                <a:ext cx="228652" cy="241605"/>
              </a:xfrm>
              <a:prstGeom prst="rect">
                <a:avLst/>
              </a:prstGeom>
              <a:blipFill>
                <a:blip r:embed="rId12"/>
                <a:stretch>
                  <a:fillRect l="-15000" r="-500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2A2B16D9-E1F3-85B2-1EF3-025CDB706C40}"/>
                  </a:ext>
                </a:extLst>
              </p:cNvPr>
              <p:cNvSpPr txBox="1"/>
              <p:nvPr/>
            </p:nvSpPr>
            <p:spPr>
              <a:xfrm>
                <a:off x="10282226" y="2039853"/>
                <a:ext cx="228652" cy="2416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CA" sz="14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sub>
                      </m:sSub>
                    </m:oMath>
                  </m:oMathPara>
                </a14:m>
                <a:endParaRPr lang="en-CA" sz="1400" b="0" dirty="0"/>
              </a:p>
            </p:txBody>
          </p:sp>
        </mc:Choice>
        <mc:Fallback xmlns="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2A2B16D9-E1F3-85B2-1EF3-025CDB706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2226" y="2039853"/>
                <a:ext cx="228652" cy="241605"/>
              </a:xfrm>
              <a:prstGeom prst="rect">
                <a:avLst/>
              </a:prstGeom>
              <a:blipFill>
                <a:blip r:embed="rId13"/>
                <a:stretch>
                  <a:fillRect l="-15789" r="-10526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79A5FCCE-8617-C051-9C1D-14766B1BA70B}"/>
                  </a:ext>
                </a:extLst>
              </p:cNvPr>
              <p:cNvSpPr txBox="1"/>
              <p:nvPr/>
            </p:nvSpPr>
            <p:spPr>
              <a:xfrm>
                <a:off x="9868726" y="2788721"/>
                <a:ext cx="228652" cy="2416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CA" sz="14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sub>
                      </m:sSub>
                    </m:oMath>
                  </m:oMathPara>
                </a14:m>
                <a:endParaRPr lang="en-CA" sz="1400" b="0" dirty="0"/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79A5FCCE-8617-C051-9C1D-14766B1BA7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8726" y="2788721"/>
                <a:ext cx="228652" cy="241605"/>
              </a:xfrm>
              <a:prstGeom prst="rect">
                <a:avLst/>
              </a:prstGeom>
              <a:blipFill>
                <a:blip r:embed="rId14"/>
                <a:stretch>
                  <a:fillRect l="-22222" r="-11111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0CD70725-5109-630F-D802-92861EF7C8EC}"/>
                  </a:ext>
                </a:extLst>
              </p:cNvPr>
              <p:cNvSpPr txBox="1"/>
              <p:nvPr/>
            </p:nvSpPr>
            <p:spPr>
              <a:xfrm>
                <a:off x="7132780" y="2506412"/>
                <a:ext cx="229486" cy="2416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acc>
                        </m:e>
                        <m:sub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m:oMathPara>
                </a14:m>
                <a:endParaRPr lang="en-CA" sz="1400" b="0" dirty="0"/>
              </a:p>
            </p:txBody>
          </p:sp>
        </mc:Choice>
        <mc:Fallback xmlns="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0CD70725-5109-630F-D802-92861EF7C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2780" y="2506412"/>
                <a:ext cx="229486" cy="241605"/>
              </a:xfrm>
              <a:prstGeom prst="rect">
                <a:avLst/>
              </a:prstGeom>
              <a:blipFill>
                <a:blip r:embed="rId15"/>
                <a:stretch>
                  <a:fillRect l="-15789" t="-30000" r="-5263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2E32E53E-5548-26B6-58FD-B9FB644C2CFE}"/>
                  </a:ext>
                </a:extLst>
              </p:cNvPr>
              <p:cNvSpPr txBox="1"/>
              <p:nvPr/>
            </p:nvSpPr>
            <p:spPr>
              <a:xfrm>
                <a:off x="6237882" y="2793925"/>
                <a:ext cx="229486" cy="2416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acc>
                        </m:e>
                        <m:sub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m:oMathPara>
                </a14:m>
                <a:endParaRPr lang="en-CA" sz="1400" b="0" dirty="0"/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2E32E53E-5548-26B6-58FD-B9FB644C2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7882" y="2793925"/>
                <a:ext cx="229486" cy="241605"/>
              </a:xfrm>
              <a:prstGeom prst="rect">
                <a:avLst/>
              </a:prstGeom>
              <a:blipFill>
                <a:blip r:embed="rId16"/>
                <a:stretch>
                  <a:fillRect l="-15789" t="-23810" r="-5263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0" name="TextBox 159">
            <a:extLst>
              <a:ext uri="{FF2B5EF4-FFF2-40B4-BE49-F238E27FC236}">
                <a16:creationId xmlns:a16="http://schemas.microsoft.com/office/drawing/2014/main" id="{DD112EAE-8578-E75B-B49C-8145725381E8}"/>
              </a:ext>
            </a:extLst>
          </p:cNvPr>
          <p:cNvSpPr txBox="1"/>
          <p:nvPr/>
        </p:nvSpPr>
        <p:spPr>
          <a:xfrm>
            <a:off x="3193861" y="1047754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</a:rPr>
              <a:t>S1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D64160A8-135C-3CF3-4BD2-EE51AF4EB249}"/>
              </a:ext>
            </a:extLst>
          </p:cNvPr>
          <p:cNvSpPr txBox="1"/>
          <p:nvPr/>
        </p:nvSpPr>
        <p:spPr>
          <a:xfrm>
            <a:off x="6442011" y="1043930"/>
            <a:ext cx="3866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</a:rPr>
              <a:t>Y1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C26680E5-C93D-D0AC-49AD-F1FB150D5E11}"/>
              </a:ext>
            </a:extLst>
          </p:cNvPr>
          <p:cNvSpPr txBox="1"/>
          <p:nvPr/>
        </p:nvSpPr>
        <p:spPr>
          <a:xfrm>
            <a:off x="9704801" y="1044043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</a:rPr>
              <a:t>𝚫1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D67D5AA2-2513-33C2-CE33-B54C0B3D5937}"/>
              </a:ext>
            </a:extLst>
          </p:cNvPr>
          <p:cNvSpPr txBox="1"/>
          <p:nvPr/>
        </p:nvSpPr>
        <p:spPr>
          <a:xfrm>
            <a:off x="8993961" y="3415798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</a:rPr>
              <a:t>𝚫2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BCD38A9F-95F5-1E4E-F3C7-81ADE9787714}"/>
              </a:ext>
            </a:extLst>
          </p:cNvPr>
          <p:cNvSpPr txBox="1"/>
          <p:nvPr/>
        </p:nvSpPr>
        <p:spPr>
          <a:xfrm>
            <a:off x="10085859" y="3087310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</a:rPr>
              <a:t>𝚫3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91BBA173-A179-65CB-7D65-75A0E5662527}"/>
              </a:ext>
            </a:extLst>
          </p:cNvPr>
          <p:cNvSpPr txBox="1"/>
          <p:nvPr/>
        </p:nvSpPr>
        <p:spPr>
          <a:xfrm>
            <a:off x="5693501" y="3429000"/>
            <a:ext cx="444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</a:rPr>
              <a:t>Y2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14C9F545-829D-40F1-6211-5D40E43C5CBF}"/>
              </a:ext>
            </a:extLst>
          </p:cNvPr>
          <p:cNvSpPr txBox="1"/>
          <p:nvPr/>
        </p:nvSpPr>
        <p:spPr>
          <a:xfrm>
            <a:off x="7143999" y="3088985"/>
            <a:ext cx="444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</a:rPr>
              <a:t>Y3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1D1D74EB-011F-EA4D-3822-22FF2DE817B1}"/>
              </a:ext>
            </a:extLst>
          </p:cNvPr>
          <p:cNvSpPr txBox="1"/>
          <p:nvPr/>
        </p:nvSpPr>
        <p:spPr>
          <a:xfrm>
            <a:off x="2362779" y="2967314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</a:rPr>
              <a:t>S2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232AD4FF-22E1-3E1B-6398-94C5FBB9795E}"/>
              </a:ext>
            </a:extLst>
          </p:cNvPr>
          <p:cNvSpPr txBox="1"/>
          <p:nvPr/>
        </p:nvSpPr>
        <p:spPr>
          <a:xfrm>
            <a:off x="3955274" y="2975875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</a:rPr>
              <a:t>S3</a:t>
            </a:r>
          </a:p>
        </p:txBody>
      </p: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DC1A4E7D-9309-8A6E-9E4F-AF9CF099B72F}"/>
              </a:ext>
            </a:extLst>
          </p:cNvPr>
          <p:cNvCxnSpPr/>
          <p:nvPr/>
        </p:nvCxnSpPr>
        <p:spPr>
          <a:xfrm>
            <a:off x="9931675" y="1395285"/>
            <a:ext cx="0" cy="365052"/>
          </a:xfrm>
          <a:prstGeom prst="line">
            <a:avLst/>
          </a:prstGeom>
          <a:ln>
            <a:solidFill>
              <a:schemeClr val="tx1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1B10C695-A829-230E-6266-29389BBC505D}"/>
              </a:ext>
            </a:extLst>
          </p:cNvPr>
          <p:cNvSpPr txBox="1"/>
          <p:nvPr/>
        </p:nvSpPr>
        <p:spPr>
          <a:xfrm>
            <a:off x="3344712" y="2205553"/>
            <a:ext cx="306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536704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C48131F6-D52B-5F4B-F659-D33A9512B828}"/>
              </a:ext>
            </a:extLst>
          </p:cNvPr>
          <p:cNvGrpSpPr/>
          <p:nvPr/>
        </p:nvGrpSpPr>
        <p:grpSpPr>
          <a:xfrm>
            <a:off x="10651599" y="960698"/>
            <a:ext cx="436046" cy="181282"/>
            <a:chOff x="3277851" y="1807688"/>
            <a:chExt cx="436046" cy="18128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1EDE072-D42D-843E-3F58-C1C2E8F3DF84}"/>
                </a:ext>
              </a:extLst>
            </p:cNvPr>
            <p:cNvGrpSpPr/>
            <p:nvPr/>
          </p:nvGrpSpPr>
          <p:grpSpPr>
            <a:xfrm>
              <a:off x="3277851" y="1807688"/>
              <a:ext cx="145156" cy="180000"/>
              <a:chOff x="3277851" y="1807688"/>
              <a:chExt cx="145156" cy="180000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907A6808-EEEB-D2EC-2FAD-A97D0E927ABB}"/>
                  </a:ext>
                </a:extLst>
              </p:cNvPr>
              <p:cNvGrpSpPr/>
              <p:nvPr/>
            </p:nvGrpSpPr>
            <p:grpSpPr>
              <a:xfrm>
                <a:off x="3277851" y="180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1E629AD7-9BAC-DFEB-D514-93E59046FA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03D3CCEC-4AC5-D1FB-3BDC-2DF7B7B3A5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857160F4-3DCE-CFF0-3864-E82D1960936F}"/>
                  </a:ext>
                </a:extLst>
              </p:cNvPr>
              <p:cNvGrpSpPr/>
              <p:nvPr/>
            </p:nvGrpSpPr>
            <p:grpSpPr>
              <a:xfrm flipV="1">
                <a:off x="3351007" y="189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61E48692-C2E3-175D-1D34-C4130919C7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DC5CCDF5-53CB-FD1F-8AAC-1176FEA626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AE088C3-D12F-7A7B-2B32-3D6D6C599FE2}"/>
                </a:ext>
              </a:extLst>
            </p:cNvPr>
            <p:cNvGrpSpPr/>
            <p:nvPr/>
          </p:nvGrpSpPr>
          <p:grpSpPr>
            <a:xfrm>
              <a:off x="3423007" y="1808970"/>
              <a:ext cx="145156" cy="180000"/>
              <a:chOff x="3277851" y="1807688"/>
              <a:chExt cx="145156" cy="180000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CC007149-2190-F1BE-2999-6F46CA65F512}"/>
                  </a:ext>
                </a:extLst>
              </p:cNvPr>
              <p:cNvGrpSpPr/>
              <p:nvPr/>
            </p:nvGrpSpPr>
            <p:grpSpPr>
              <a:xfrm>
                <a:off x="3277851" y="180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0379F826-3B3A-65C0-B162-33EFFD9F88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BD997661-8CA5-6AD0-10EA-1CAAC9FF0D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8F6E13BC-1B9A-D349-438E-219327F9B8C7}"/>
                  </a:ext>
                </a:extLst>
              </p:cNvPr>
              <p:cNvGrpSpPr/>
              <p:nvPr/>
            </p:nvGrpSpPr>
            <p:grpSpPr>
              <a:xfrm flipV="1">
                <a:off x="3351007" y="189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02566DF1-0423-E67B-05B3-F1231871DD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2C725EE8-7712-1389-9B95-B523B7D9D0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D2398AA-13BB-FE04-20D9-ED0D46CD46F5}"/>
                </a:ext>
              </a:extLst>
            </p:cNvPr>
            <p:cNvGrpSpPr/>
            <p:nvPr/>
          </p:nvGrpSpPr>
          <p:grpSpPr>
            <a:xfrm>
              <a:off x="3568741" y="1807688"/>
              <a:ext cx="145156" cy="180000"/>
              <a:chOff x="3277851" y="1807688"/>
              <a:chExt cx="145156" cy="180000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0A10B50C-B8EB-0D62-0D1C-2BFB6D34DFB8}"/>
                  </a:ext>
                </a:extLst>
              </p:cNvPr>
              <p:cNvGrpSpPr/>
              <p:nvPr/>
            </p:nvGrpSpPr>
            <p:grpSpPr>
              <a:xfrm>
                <a:off x="3277851" y="180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29B7DAF-28F7-FAD4-D186-B5EBB1E97B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DA241F30-E845-C86B-F064-0EABDFF93F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8AC07E42-B948-38D8-629A-0693661C9C40}"/>
                  </a:ext>
                </a:extLst>
              </p:cNvPr>
              <p:cNvGrpSpPr/>
              <p:nvPr/>
            </p:nvGrpSpPr>
            <p:grpSpPr>
              <a:xfrm flipV="1">
                <a:off x="3351007" y="1897688"/>
                <a:ext cx="72000" cy="90000"/>
                <a:chOff x="3277851" y="1807688"/>
                <a:chExt cx="72000" cy="90000"/>
              </a:xfrm>
            </p:grpSpPr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CADEA51A-D2BB-6CC5-4195-4DA72C8AA8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7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62D13AC9-6E2A-CAB8-3723-F521A2275E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13851" y="1807688"/>
                  <a:ext cx="36000" cy="9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5792D73B-AC40-8C20-2F04-472B70BBA5B3}"/>
              </a:ext>
            </a:extLst>
          </p:cNvPr>
          <p:cNvSpPr txBox="1"/>
          <p:nvPr/>
        </p:nvSpPr>
        <p:spPr>
          <a:xfrm>
            <a:off x="63389" y="716836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45CA351-5443-401F-E29F-5F4D9BBFBBD2}"/>
              </a:ext>
            </a:extLst>
          </p:cNvPr>
          <p:cNvSpPr txBox="1"/>
          <p:nvPr/>
        </p:nvSpPr>
        <p:spPr>
          <a:xfrm>
            <a:off x="965268" y="4651824"/>
            <a:ext cx="2359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F0553847-0915-D5E3-7C40-F5413A808F07}"/>
              </a:ext>
            </a:extLst>
          </p:cNvPr>
          <p:cNvGrpSpPr/>
          <p:nvPr/>
        </p:nvGrpSpPr>
        <p:grpSpPr>
          <a:xfrm rot="16200000">
            <a:off x="714283" y="4448805"/>
            <a:ext cx="554957" cy="180000"/>
            <a:chOff x="2224309" y="1762688"/>
            <a:chExt cx="554957" cy="180000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BBD45B88-98DE-5FDE-76C8-8E00D93ACAB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24309" y="1762688"/>
              <a:ext cx="180000" cy="180000"/>
              <a:chOff x="708025" y="1311275"/>
              <a:chExt cx="914400" cy="914400"/>
            </a:xfrm>
          </p:grpSpPr>
          <p:sp>
            <p:nvSpPr>
              <p:cNvPr id="112" name="Arc 111">
                <a:extLst>
                  <a:ext uri="{FF2B5EF4-FFF2-40B4-BE49-F238E27FC236}">
                    <a16:creationId xmlns:a16="http://schemas.microsoft.com/office/drawing/2014/main" id="{54F95B44-C6F4-2CAD-78E7-8FE92894A0D1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Arc 112">
                <a:extLst>
                  <a:ext uri="{FF2B5EF4-FFF2-40B4-BE49-F238E27FC236}">
                    <a16:creationId xmlns:a16="http://schemas.microsoft.com/office/drawing/2014/main" id="{D9506588-CEC9-1E2B-BF86-03C9D592F84C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3AF3BC95-CCA9-1F27-3C37-D4E9E4A2C1E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10137" y="1762688"/>
              <a:ext cx="180000" cy="180000"/>
              <a:chOff x="708025" y="1311275"/>
              <a:chExt cx="914400" cy="914400"/>
            </a:xfrm>
          </p:grpSpPr>
          <p:sp>
            <p:nvSpPr>
              <p:cNvPr id="110" name="Arc 109">
                <a:extLst>
                  <a:ext uri="{FF2B5EF4-FFF2-40B4-BE49-F238E27FC236}">
                    <a16:creationId xmlns:a16="http://schemas.microsoft.com/office/drawing/2014/main" id="{398CC494-E6A3-70F7-0726-2DBB52584E7E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Arc 110">
                <a:extLst>
                  <a:ext uri="{FF2B5EF4-FFF2-40B4-BE49-F238E27FC236}">
                    <a16:creationId xmlns:a16="http://schemas.microsoft.com/office/drawing/2014/main" id="{C18C1CDA-380F-481E-CFFD-6414C4831B34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5C6FE8A1-8ECA-4434-1F82-6535E5718D4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99266" y="1762688"/>
              <a:ext cx="180000" cy="180000"/>
              <a:chOff x="708025" y="1311275"/>
              <a:chExt cx="914400" cy="914400"/>
            </a:xfrm>
          </p:grpSpPr>
          <p:sp>
            <p:nvSpPr>
              <p:cNvPr id="108" name="Arc 107">
                <a:extLst>
                  <a:ext uri="{FF2B5EF4-FFF2-40B4-BE49-F238E27FC236}">
                    <a16:creationId xmlns:a16="http://schemas.microsoft.com/office/drawing/2014/main" id="{8CD09B8D-EC51-D48C-1119-D4312585172F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Arc 108">
                <a:extLst>
                  <a:ext uri="{FF2B5EF4-FFF2-40B4-BE49-F238E27FC236}">
                    <a16:creationId xmlns:a16="http://schemas.microsoft.com/office/drawing/2014/main" id="{9362C4FA-A127-96F6-D337-4520B1FFBB58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51EE7A75-6CCF-A665-E254-EA90FAC921E3}"/>
              </a:ext>
            </a:extLst>
          </p:cNvPr>
          <p:cNvSpPr txBox="1"/>
          <p:nvPr/>
        </p:nvSpPr>
        <p:spPr>
          <a:xfrm>
            <a:off x="619544" y="3979763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0F84BD3-BAB9-1ABF-AADF-A667A9FD01E2}"/>
              </a:ext>
            </a:extLst>
          </p:cNvPr>
          <p:cNvSpPr txBox="1"/>
          <p:nvPr/>
        </p:nvSpPr>
        <p:spPr>
          <a:xfrm>
            <a:off x="619544" y="4816283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BC2EA8F-656F-B68A-2A04-7530EA2A6A22}"/>
              </a:ext>
            </a:extLst>
          </p:cNvPr>
          <p:cNvSpPr txBox="1"/>
          <p:nvPr/>
        </p:nvSpPr>
        <p:spPr>
          <a:xfrm>
            <a:off x="957057" y="4138368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38018247-5F65-9E1B-96AD-672D060E36B5}"/>
              </a:ext>
            </a:extLst>
          </p:cNvPr>
          <p:cNvSpPr/>
          <p:nvPr/>
        </p:nvSpPr>
        <p:spPr>
          <a:xfrm>
            <a:off x="903386" y="4173455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671DC6BA-494F-60BB-8971-2F5F1A27B97D}"/>
              </a:ext>
            </a:extLst>
          </p:cNvPr>
          <p:cNvCxnSpPr>
            <a:stCxn id="108" idx="2"/>
          </p:cNvCxnSpPr>
          <p:nvPr/>
        </p:nvCxnSpPr>
        <p:spPr>
          <a:xfrm flipV="1">
            <a:off x="991762" y="3916776"/>
            <a:ext cx="0" cy="344550"/>
          </a:xfrm>
          <a:prstGeom prst="line">
            <a:avLst/>
          </a:prstGeom>
          <a:ln>
            <a:solidFill>
              <a:srgbClr val="FF000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8860E010-4522-E0B7-3601-3ACF5123D76B}"/>
              </a:ext>
            </a:extLst>
          </p:cNvPr>
          <p:cNvCxnSpPr>
            <a:cxnSpLocks/>
            <a:stCxn id="113" idx="2"/>
          </p:cNvCxnSpPr>
          <p:nvPr/>
        </p:nvCxnSpPr>
        <p:spPr>
          <a:xfrm flipH="1">
            <a:off x="988629" y="4816283"/>
            <a:ext cx="3133" cy="358651"/>
          </a:xfrm>
          <a:prstGeom prst="line">
            <a:avLst/>
          </a:prstGeom>
          <a:ln>
            <a:solidFill>
              <a:srgbClr val="FF000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599197DB-14F3-8FC7-57E5-2550B35B523A}"/>
              </a:ext>
            </a:extLst>
          </p:cNvPr>
          <p:cNvSpPr txBox="1"/>
          <p:nvPr/>
        </p:nvSpPr>
        <p:spPr>
          <a:xfrm>
            <a:off x="1509240" y="4651828"/>
            <a:ext cx="2359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5EFE0AA-9A11-8CED-251A-66D367A8948E}"/>
              </a:ext>
            </a:extLst>
          </p:cNvPr>
          <p:cNvGrpSpPr/>
          <p:nvPr/>
        </p:nvGrpSpPr>
        <p:grpSpPr>
          <a:xfrm rot="16200000">
            <a:off x="1258255" y="4448809"/>
            <a:ext cx="554957" cy="180000"/>
            <a:chOff x="2224309" y="1762688"/>
            <a:chExt cx="554957" cy="180000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B8B47D65-814D-B9CA-77F3-F190B8B5F5A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24309" y="1762688"/>
              <a:ext cx="180000" cy="180000"/>
              <a:chOff x="708025" y="1311275"/>
              <a:chExt cx="914400" cy="914400"/>
            </a:xfrm>
          </p:grpSpPr>
          <p:sp>
            <p:nvSpPr>
              <p:cNvPr id="130" name="Arc 129">
                <a:extLst>
                  <a:ext uri="{FF2B5EF4-FFF2-40B4-BE49-F238E27FC236}">
                    <a16:creationId xmlns:a16="http://schemas.microsoft.com/office/drawing/2014/main" id="{341579F2-F60D-6596-A426-4CB26B3E8B35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Arc 130">
                <a:extLst>
                  <a:ext uri="{FF2B5EF4-FFF2-40B4-BE49-F238E27FC236}">
                    <a16:creationId xmlns:a16="http://schemas.microsoft.com/office/drawing/2014/main" id="{72CD14A4-C7D4-E9A9-A0FF-C17E97438E2F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D7AB1EE6-73F7-4665-856D-902293839EF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10137" y="1762688"/>
              <a:ext cx="180000" cy="180000"/>
              <a:chOff x="708025" y="1311275"/>
              <a:chExt cx="914400" cy="914400"/>
            </a:xfrm>
          </p:grpSpPr>
          <p:sp>
            <p:nvSpPr>
              <p:cNvPr id="128" name="Arc 127">
                <a:extLst>
                  <a:ext uri="{FF2B5EF4-FFF2-40B4-BE49-F238E27FC236}">
                    <a16:creationId xmlns:a16="http://schemas.microsoft.com/office/drawing/2014/main" id="{215E86CE-1B26-4894-A65D-CEE7180639C9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Arc 128">
                <a:extLst>
                  <a:ext uri="{FF2B5EF4-FFF2-40B4-BE49-F238E27FC236}">
                    <a16:creationId xmlns:a16="http://schemas.microsoft.com/office/drawing/2014/main" id="{506DD546-9572-1188-70F9-EF6128C30BE6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E8FBE17E-5698-E6DC-B9E7-3B2477AB2D9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99266" y="1762688"/>
              <a:ext cx="180000" cy="180000"/>
              <a:chOff x="708025" y="1311275"/>
              <a:chExt cx="914400" cy="914400"/>
            </a:xfrm>
          </p:grpSpPr>
          <p:sp>
            <p:nvSpPr>
              <p:cNvPr id="126" name="Arc 125">
                <a:extLst>
                  <a:ext uri="{FF2B5EF4-FFF2-40B4-BE49-F238E27FC236}">
                    <a16:creationId xmlns:a16="http://schemas.microsoft.com/office/drawing/2014/main" id="{5CE775FA-9C90-454E-8727-E183EE8B030A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Arc 126">
                <a:extLst>
                  <a:ext uri="{FF2B5EF4-FFF2-40B4-BE49-F238E27FC236}">
                    <a16:creationId xmlns:a16="http://schemas.microsoft.com/office/drawing/2014/main" id="{6CFDE2B6-D2B8-8EF0-9B68-276CF3901B7C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4D23BDE5-2026-63C8-7162-0DBE5A399475}"/>
              </a:ext>
            </a:extLst>
          </p:cNvPr>
          <p:cNvSpPr txBox="1"/>
          <p:nvPr/>
        </p:nvSpPr>
        <p:spPr>
          <a:xfrm>
            <a:off x="1163516" y="3979767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769589F9-7F2F-EC96-DE61-98F637EB2F32}"/>
              </a:ext>
            </a:extLst>
          </p:cNvPr>
          <p:cNvSpPr txBox="1"/>
          <p:nvPr/>
        </p:nvSpPr>
        <p:spPr>
          <a:xfrm>
            <a:off x="1163516" y="4816287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E225DCA-BBC7-540E-0510-8F756CC5351C}"/>
              </a:ext>
            </a:extLst>
          </p:cNvPr>
          <p:cNvSpPr txBox="1"/>
          <p:nvPr/>
        </p:nvSpPr>
        <p:spPr>
          <a:xfrm>
            <a:off x="1501029" y="4138372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8035F647-1A51-D2E5-B24F-1692DDDC408F}"/>
              </a:ext>
            </a:extLst>
          </p:cNvPr>
          <p:cNvSpPr/>
          <p:nvPr/>
        </p:nvSpPr>
        <p:spPr>
          <a:xfrm>
            <a:off x="1447358" y="4173459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1B68106C-7D7A-A590-2398-337D77D3FEF8}"/>
              </a:ext>
            </a:extLst>
          </p:cNvPr>
          <p:cNvCxnSpPr>
            <a:stCxn id="126" idx="2"/>
          </p:cNvCxnSpPr>
          <p:nvPr/>
        </p:nvCxnSpPr>
        <p:spPr>
          <a:xfrm flipV="1">
            <a:off x="1535734" y="3916780"/>
            <a:ext cx="0" cy="344550"/>
          </a:xfrm>
          <a:prstGeom prst="line">
            <a:avLst/>
          </a:prstGeom>
          <a:ln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C5F0C294-490E-BBAD-BF63-B9A4B0AE4D71}"/>
              </a:ext>
            </a:extLst>
          </p:cNvPr>
          <p:cNvCxnSpPr>
            <a:cxnSpLocks/>
          </p:cNvCxnSpPr>
          <p:nvPr/>
        </p:nvCxnSpPr>
        <p:spPr>
          <a:xfrm flipH="1">
            <a:off x="1524787" y="4816287"/>
            <a:ext cx="5078" cy="348997"/>
          </a:xfrm>
          <a:prstGeom prst="line">
            <a:avLst/>
          </a:prstGeom>
          <a:ln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D0D4052D-ADEE-9D10-960A-F4BE1D131682}"/>
              </a:ext>
            </a:extLst>
          </p:cNvPr>
          <p:cNvSpPr txBox="1"/>
          <p:nvPr/>
        </p:nvSpPr>
        <p:spPr>
          <a:xfrm>
            <a:off x="2054603" y="4646344"/>
            <a:ext cx="2359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1970AF56-6C92-5E8C-00DC-CD3E0ADF6D48}"/>
              </a:ext>
            </a:extLst>
          </p:cNvPr>
          <p:cNvGrpSpPr/>
          <p:nvPr/>
        </p:nvGrpSpPr>
        <p:grpSpPr>
          <a:xfrm rot="16200000">
            <a:off x="1803618" y="4443325"/>
            <a:ext cx="554957" cy="180000"/>
            <a:chOff x="2224309" y="1762688"/>
            <a:chExt cx="554957" cy="180000"/>
          </a:xfrm>
        </p:grpSpPr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DF3C62C9-4433-B488-747D-1F674705C62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24309" y="1762688"/>
              <a:ext cx="180000" cy="180000"/>
              <a:chOff x="708025" y="1311275"/>
              <a:chExt cx="914400" cy="914400"/>
            </a:xfrm>
          </p:grpSpPr>
          <p:sp>
            <p:nvSpPr>
              <p:cNvPr id="148" name="Arc 147">
                <a:extLst>
                  <a:ext uri="{FF2B5EF4-FFF2-40B4-BE49-F238E27FC236}">
                    <a16:creationId xmlns:a16="http://schemas.microsoft.com/office/drawing/2014/main" id="{31897DE2-91A6-D3A7-2E8E-E77DEBE1AF12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Arc 148">
                <a:extLst>
                  <a:ext uri="{FF2B5EF4-FFF2-40B4-BE49-F238E27FC236}">
                    <a16:creationId xmlns:a16="http://schemas.microsoft.com/office/drawing/2014/main" id="{A59E7EB9-D328-D369-E9B0-7431FBA533A5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96DE3B12-A4B9-E504-37EF-822F0B52820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10137" y="1762688"/>
              <a:ext cx="180000" cy="180000"/>
              <a:chOff x="708025" y="1311275"/>
              <a:chExt cx="914400" cy="914400"/>
            </a:xfrm>
          </p:grpSpPr>
          <p:sp>
            <p:nvSpPr>
              <p:cNvPr id="146" name="Arc 145">
                <a:extLst>
                  <a:ext uri="{FF2B5EF4-FFF2-40B4-BE49-F238E27FC236}">
                    <a16:creationId xmlns:a16="http://schemas.microsoft.com/office/drawing/2014/main" id="{F3BEE1A6-3329-4C31-A8A8-01AC8469406F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Arc 146">
                <a:extLst>
                  <a:ext uri="{FF2B5EF4-FFF2-40B4-BE49-F238E27FC236}">
                    <a16:creationId xmlns:a16="http://schemas.microsoft.com/office/drawing/2014/main" id="{A265795F-0483-0603-C968-70E8E4250463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36FC70E9-2EAC-DE7E-84D9-2E6ECDFDCDA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99266" y="1762688"/>
              <a:ext cx="180000" cy="180000"/>
              <a:chOff x="708025" y="1311275"/>
              <a:chExt cx="914400" cy="914400"/>
            </a:xfrm>
          </p:grpSpPr>
          <p:sp>
            <p:nvSpPr>
              <p:cNvPr id="144" name="Arc 143">
                <a:extLst>
                  <a:ext uri="{FF2B5EF4-FFF2-40B4-BE49-F238E27FC236}">
                    <a16:creationId xmlns:a16="http://schemas.microsoft.com/office/drawing/2014/main" id="{C067A1FE-815B-B3F6-CDD6-304825C79335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Arc 144">
                <a:extLst>
                  <a:ext uri="{FF2B5EF4-FFF2-40B4-BE49-F238E27FC236}">
                    <a16:creationId xmlns:a16="http://schemas.microsoft.com/office/drawing/2014/main" id="{0F4BCDBD-3958-DE82-B1FC-2919A653EDE3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50" name="TextBox 149">
            <a:extLst>
              <a:ext uri="{FF2B5EF4-FFF2-40B4-BE49-F238E27FC236}">
                <a16:creationId xmlns:a16="http://schemas.microsoft.com/office/drawing/2014/main" id="{AA480081-578A-0CD8-1F23-FB4BAB8016D5}"/>
              </a:ext>
            </a:extLst>
          </p:cNvPr>
          <p:cNvSpPr txBox="1"/>
          <p:nvPr/>
        </p:nvSpPr>
        <p:spPr>
          <a:xfrm>
            <a:off x="1708879" y="3974283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F4941600-9B47-7545-4642-AE273C45B793}"/>
              </a:ext>
            </a:extLst>
          </p:cNvPr>
          <p:cNvSpPr txBox="1"/>
          <p:nvPr/>
        </p:nvSpPr>
        <p:spPr>
          <a:xfrm>
            <a:off x="1708879" y="4810803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C2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007A6E25-7FC3-7C36-8C10-4124F809C271}"/>
              </a:ext>
            </a:extLst>
          </p:cNvPr>
          <p:cNvSpPr txBox="1"/>
          <p:nvPr/>
        </p:nvSpPr>
        <p:spPr>
          <a:xfrm>
            <a:off x="2096911" y="4105236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A87E71F1-5A30-E692-FC88-6F93B9942DC7}"/>
              </a:ext>
            </a:extLst>
          </p:cNvPr>
          <p:cNvSpPr/>
          <p:nvPr/>
        </p:nvSpPr>
        <p:spPr>
          <a:xfrm>
            <a:off x="1992721" y="4167975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015B732A-EC5F-A4FE-FC16-7CA4B4EBFF07}"/>
              </a:ext>
            </a:extLst>
          </p:cNvPr>
          <p:cNvCxnSpPr>
            <a:stCxn id="144" idx="2"/>
          </p:cNvCxnSpPr>
          <p:nvPr/>
        </p:nvCxnSpPr>
        <p:spPr>
          <a:xfrm flipV="1">
            <a:off x="2081097" y="3911296"/>
            <a:ext cx="0" cy="344550"/>
          </a:xfrm>
          <a:prstGeom prst="line">
            <a:avLst/>
          </a:prstGeom>
          <a:ln>
            <a:solidFill>
              <a:srgbClr val="0432FF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BCC912D9-DF09-8DF1-CF5E-8424CE388154}"/>
              </a:ext>
            </a:extLst>
          </p:cNvPr>
          <p:cNvCxnSpPr>
            <a:cxnSpLocks/>
          </p:cNvCxnSpPr>
          <p:nvPr/>
        </p:nvCxnSpPr>
        <p:spPr>
          <a:xfrm flipH="1">
            <a:off x="2073081" y="4810803"/>
            <a:ext cx="2147" cy="358651"/>
          </a:xfrm>
          <a:prstGeom prst="line">
            <a:avLst/>
          </a:prstGeom>
          <a:ln>
            <a:solidFill>
              <a:srgbClr val="0432FF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BBADAC7-3A25-2FC6-F474-87F3173A2C63}"/>
              </a:ext>
            </a:extLst>
          </p:cNvPr>
          <p:cNvSpPr txBox="1"/>
          <p:nvPr/>
        </p:nvSpPr>
        <p:spPr>
          <a:xfrm>
            <a:off x="998282" y="1923374"/>
            <a:ext cx="2359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C5CF33A-EF96-CDE0-5DDB-39723ED3558D}"/>
              </a:ext>
            </a:extLst>
          </p:cNvPr>
          <p:cNvGrpSpPr/>
          <p:nvPr/>
        </p:nvGrpSpPr>
        <p:grpSpPr>
          <a:xfrm rot="16200000">
            <a:off x="747297" y="1720355"/>
            <a:ext cx="554957" cy="180000"/>
            <a:chOff x="2224309" y="1762688"/>
            <a:chExt cx="554957" cy="1800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A627ADE-46B7-45C8-4A75-E8EBA1F7972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24309" y="1762688"/>
              <a:ext cx="180000" cy="180000"/>
              <a:chOff x="708025" y="1311275"/>
              <a:chExt cx="914400" cy="914400"/>
            </a:xfrm>
          </p:grpSpPr>
          <p:sp>
            <p:nvSpPr>
              <p:cNvPr id="7" name="Arc 6">
                <a:extLst>
                  <a:ext uri="{FF2B5EF4-FFF2-40B4-BE49-F238E27FC236}">
                    <a16:creationId xmlns:a16="http://schemas.microsoft.com/office/drawing/2014/main" id="{09CAE088-E4B3-D821-E77A-9AFDA29AD1DA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Arc 7">
                <a:extLst>
                  <a:ext uri="{FF2B5EF4-FFF2-40B4-BE49-F238E27FC236}">
                    <a16:creationId xmlns:a16="http://schemas.microsoft.com/office/drawing/2014/main" id="{96DA7349-B2E2-B6A2-90EC-A5B0C7C70971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2B73BD6-C68D-8B5F-DE3F-CF23F312E9E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10137" y="1762688"/>
              <a:ext cx="180000" cy="180000"/>
              <a:chOff x="708025" y="1311275"/>
              <a:chExt cx="914400" cy="914400"/>
            </a:xfrm>
          </p:grpSpPr>
          <p:sp>
            <p:nvSpPr>
              <p:cNvPr id="11" name="Arc 10">
                <a:extLst>
                  <a:ext uri="{FF2B5EF4-FFF2-40B4-BE49-F238E27FC236}">
                    <a16:creationId xmlns:a16="http://schemas.microsoft.com/office/drawing/2014/main" id="{1F16E824-B0B3-B97A-DBA7-FB0B50A34A84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Arc 11">
                <a:extLst>
                  <a:ext uri="{FF2B5EF4-FFF2-40B4-BE49-F238E27FC236}">
                    <a16:creationId xmlns:a16="http://schemas.microsoft.com/office/drawing/2014/main" id="{521BA53C-23B3-B043-CF90-183563B6252D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76DF552-90EC-3B0F-ABB4-E1BFBD9B856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99266" y="1762688"/>
              <a:ext cx="180000" cy="180000"/>
              <a:chOff x="708025" y="1311275"/>
              <a:chExt cx="914400" cy="914400"/>
            </a:xfrm>
          </p:grpSpPr>
          <p:sp>
            <p:nvSpPr>
              <p:cNvPr id="14" name="Arc 13">
                <a:extLst>
                  <a:ext uri="{FF2B5EF4-FFF2-40B4-BE49-F238E27FC236}">
                    <a16:creationId xmlns:a16="http://schemas.microsoft.com/office/drawing/2014/main" id="{C9815FB7-2603-2A88-93DE-E98077191A88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Arc 14">
                <a:extLst>
                  <a:ext uri="{FF2B5EF4-FFF2-40B4-BE49-F238E27FC236}">
                    <a16:creationId xmlns:a16="http://schemas.microsoft.com/office/drawing/2014/main" id="{526F7C51-583D-4345-F14E-7B0CC0D56962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9231AF93-9A58-376B-5F0B-0DFF9304A5A2}"/>
              </a:ext>
            </a:extLst>
          </p:cNvPr>
          <p:cNvSpPr txBox="1"/>
          <p:nvPr/>
        </p:nvSpPr>
        <p:spPr>
          <a:xfrm>
            <a:off x="652558" y="1251313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1553DB2-2C7C-BFD2-B456-9E66573FAEF4}"/>
              </a:ext>
            </a:extLst>
          </p:cNvPr>
          <p:cNvSpPr txBox="1"/>
          <p:nvPr/>
        </p:nvSpPr>
        <p:spPr>
          <a:xfrm>
            <a:off x="652558" y="2087833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F08C008-92B8-D765-FF5B-BA0077C17F01}"/>
                  </a:ext>
                </a:extLst>
              </p:cNvPr>
              <p:cNvSpPr txBox="1"/>
              <p:nvPr/>
            </p:nvSpPr>
            <p:spPr>
              <a:xfrm>
                <a:off x="1052912" y="1710905"/>
                <a:ext cx="181332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F08C008-92B8-D765-FF5B-BA0077C17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912" y="1710905"/>
                <a:ext cx="181332" cy="207108"/>
              </a:xfrm>
              <a:prstGeom prst="rect">
                <a:avLst/>
              </a:prstGeom>
              <a:blipFill>
                <a:blip r:embed="rId2"/>
                <a:stretch>
                  <a:fillRect l="-21429" r="-14286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06E526DB-1F4C-F44D-A016-3D9E59A69AA4}"/>
              </a:ext>
            </a:extLst>
          </p:cNvPr>
          <p:cNvSpPr txBox="1"/>
          <p:nvPr/>
        </p:nvSpPr>
        <p:spPr>
          <a:xfrm>
            <a:off x="990071" y="1409918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35CDBC8-76C9-8863-4093-7775CD327E40}"/>
              </a:ext>
            </a:extLst>
          </p:cNvPr>
          <p:cNvSpPr/>
          <p:nvPr/>
        </p:nvSpPr>
        <p:spPr>
          <a:xfrm>
            <a:off x="936400" y="1445005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F3D9BDC-0503-C7D1-95D4-6B884AA99CA4}"/>
              </a:ext>
            </a:extLst>
          </p:cNvPr>
          <p:cNvCxnSpPr>
            <a:cxnSpLocks/>
            <a:stCxn id="14" idx="2"/>
          </p:cNvCxnSpPr>
          <p:nvPr/>
        </p:nvCxnSpPr>
        <p:spPr>
          <a:xfrm flipV="1">
            <a:off x="1024776" y="1188326"/>
            <a:ext cx="0" cy="344550"/>
          </a:xfrm>
          <a:prstGeom prst="line">
            <a:avLst/>
          </a:prstGeom>
          <a:ln>
            <a:solidFill>
              <a:srgbClr val="FF000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4672FDD-0A2D-9060-C69E-C4E54A84BCF4}"/>
              </a:ext>
            </a:extLst>
          </p:cNvPr>
          <p:cNvCxnSpPr/>
          <p:nvPr/>
        </p:nvCxnSpPr>
        <p:spPr>
          <a:xfrm flipH="1">
            <a:off x="1010696" y="2087833"/>
            <a:ext cx="8211" cy="358652"/>
          </a:xfrm>
          <a:prstGeom prst="line">
            <a:avLst/>
          </a:prstGeom>
          <a:ln>
            <a:solidFill>
              <a:srgbClr val="FF000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F17F3CC8-10A6-6667-90D1-7955FEB3C401}"/>
              </a:ext>
            </a:extLst>
          </p:cNvPr>
          <p:cNvSpPr txBox="1"/>
          <p:nvPr/>
        </p:nvSpPr>
        <p:spPr>
          <a:xfrm>
            <a:off x="1542254" y="1923378"/>
            <a:ext cx="2359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BAB2B70-1F96-C9F6-75C7-5BBA0A8F682B}"/>
              </a:ext>
            </a:extLst>
          </p:cNvPr>
          <p:cNvGrpSpPr/>
          <p:nvPr/>
        </p:nvGrpSpPr>
        <p:grpSpPr>
          <a:xfrm rot="16200000">
            <a:off x="1291269" y="1720359"/>
            <a:ext cx="554957" cy="180000"/>
            <a:chOff x="2224309" y="1762688"/>
            <a:chExt cx="554957" cy="180000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44A37037-B670-84FD-03DE-A35B0B6AF29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24309" y="1762688"/>
              <a:ext cx="180000" cy="180000"/>
              <a:chOff x="708025" y="1311275"/>
              <a:chExt cx="914400" cy="914400"/>
            </a:xfrm>
          </p:grpSpPr>
          <p:sp>
            <p:nvSpPr>
              <p:cNvPr id="74" name="Arc 73">
                <a:extLst>
                  <a:ext uri="{FF2B5EF4-FFF2-40B4-BE49-F238E27FC236}">
                    <a16:creationId xmlns:a16="http://schemas.microsoft.com/office/drawing/2014/main" id="{51561E4E-BB79-D418-810F-5F0746E261D5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Arc 74">
                <a:extLst>
                  <a:ext uri="{FF2B5EF4-FFF2-40B4-BE49-F238E27FC236}">
                    <a16:creationId xmlns:a16="http://schemas.microsoft.com/office/drawing/2014/main" id="{8E997D75-240E-13DC-37E1-6D44502FC4F2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4A894628-AA16-458B-AC0A-B8665AB9A99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10137" y="1762688"/>
              <a:ext cx="180000" cy="180000"/>
              <a:chOff x="708025" y="1311275"/>
              <a:chExt cx="914400" cy="914400"/>
            </a:xfrm>
          </p:grpSpPr>
          <p:sp>
            <p:nvSpPr>
              <p:cNvPr id="72" name="Arc 71">
                <a:extLst>
                  <a:ext uri="{FF2B5EF4-FFF2-40B4-BE49-F238E27FC236}">
                    <a16:creationId xmlns:a16="http://schemas.microsoft.com/office/drawing/2014/main" id="{68EF0773-785B-AB28-CD22-7930EC2D8751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Arc 72">
                <a:extLst>
                  <a:ext uri="{FF2B5EF4-FFF2-40B4-BE49-F238E27FC236}">
                    <a16:creationId xmlns:a16="http://schemas.microsoft.com/office/drawing/2014/main" id="{EAF3CC45-5B9B-7CF2-75B7-60E618CD8FAE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F444A9C6-95A4-FB3B-1510-2589E06C25A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99266" y="1762688"/>
              <a:ext cx="180000" cy="180000"/>
              <a:chOff x="708025" y="1311275"/>
              <a:chExt cx="914400" cy="914400"/>
            </a:xfrm>
          </p:grpSpPr>
          <p:sp>
            <p:nvSpPr>
              <p:cNvPr id="70" name="Arc 69">
                <a:extLst>
                  <a:ext uri="{FF2B5EF4-FFF2-40B4-BE49-F238E27FC236}">
                    <a16:creationId xmlns:a16="http://schemas.microsoft.com/office/drawing/2014/main" id="{A86FB5F5-B251-2481-CB13-8BB98DDC75FD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Arc 70">
                <a:extLst>
                  <a:ext uri="{FF2B5EF4-FFF2-40B4-BE49-F238E27FC236}">
                    <a16:creationId xmlns:a16="http://schemas.microsoft.com/office/drawing/2014/main" id="{3D7D4996-0D64-945F-7533-59357A15BF9A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71323973-8CA0-2B73-0C84-010B824BB696}"/>
              </a:ext>
            </a:extLst>
          </p:cNvPr>
          <p:cNvSpPr txBox="1"/>
          <p:nvPr/>
        </p:nvSpPr>
        <p:spPr>
          <a:xfrm>
            <a:off x="1196530" y="1251317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0B84445-1F25-6791-1191-95C33DF705B6}"/>
              </a:ext>
            </a:extLst>
          </p:cNvPr>
          <p:cNvSpPr txBox="1"/>
          <p:nvPr/>
        </p:nvSpPr>
        <p:spPr>
          <a:xfrm>
            <a:off x="1196530" y="2087837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A0248F3-08E1-C692-AC53-CA36F6712BFC}"/>
              </a:ext>
            </a:extLst>
          </p:cNvPr>
          <p:cNvSpPr txBox="1"/>
          <p:nvPr/>
        </p:nvSpPr>
        <p:spPr>
          <a:xfrm>
            <a:off x="1534043" y="1409922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DD67BC51-10AB-D223-A7BB-081552C5E3D5}"/>
              </a:ext>
            </a:extLst>
          </p:cNvPr>
          <p:cNvSpPr/>
          <p:nvPr/>
        </p:nvSpPr>
        <p:spPr>
          <a:xfrm>
            <a:off x="1480372" y="1445009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21ED27E-BBF4-9B91-E717-325AE0DF4F65}"/>
              </a:ext>
            </a:extLst>
          </p:cNvPr>
          <p:cNvCxnSpPr>
            <a:stCxn id="70" idx="2"/>
          </p:cNvCxnSpPr>
          <p:nvPr/>
        </p:nvCxnSpPr>
        <p:spPr>
          <a:xfrm flipV="1">
            <a:off x="1568748" y="1188330"/>
            <a:ext cx="0" cy="344550"/>
          </a:xfrm>
          <a:prstGeom prst="line">
            <a:avLst/>
          </a:prstGeom>
          <a:ln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390D908-4F04-AB2B-8653-C7E4DF391605}"/>
              </a:ext>
            </a:extLst>
          </p:cNvPr>
          <p:cNvCxnSpPr/>
          <p:nvPr/>
        </p:nvCxnSpPr>
        <p:spPr>
          <a:xfrm flipH="1">
            <a:off x="1554668" y="2087837"/>
            <a:ext cx="8211" cy="358652"/>
          </a:xfrm>
          <a:prstGeom prst="line">
            <a:avLst/>
          </a:prstGeom>
          <a:ln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0B1BD8D6-326F-8390-9B05-016B224358EC}"/>
              </a:ext>
            </a:extLst>
          </p:cNvPr>
          <p:cNvSpPr txBox="1"/>
          <p:nvPr/>
        </p:nvSpPr>
        <p:spPr>
          <a:xfrm>
            <a:off x="2087617" y="1917894"/>
            <a:ext cx="2359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5BCA1C06-1D24-D224-CC62-180C0B9F442E}"/>
              </a:ext>
            </a:extLst>
          </p:cNvPr>
          <p:cNvGrpSpPr/>
          <p:nvPr/>
        </p:nvGrpSpPr>
        <p:grpSpPr>
          <a:xfrm rot="16200000">
            <a:off x="1836632" y="1714875"/>
            <a:ext cx="554957" cy="180000"/>
            <a:chOff x="2224309" y="1762688"/>
            <a:chExt cx="554957" cy="180000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6415732E-A667-6A3B-E8D9-3DAB3718973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24309" y="1762688"/>
              <a:ext cx="180000" cy="180000"/>
              <a:chOff x="708025" y="1311275"/>
              <a:chExt cx="914400" cy="914400"/>
            </a:xfrm>
          </p:grpSpPr>
          <p:sp>
            <p:nvSpPr>
              <p:cNvPr id="93" name="Arc 92">
                <a:extLst>
                  <a:ext uri="{FF2B5EF4-FFF2-40B4-BE49-F238E27FC236}">
                    <a16:creationId xmlns:a16="http://schemas.microsoft.com/office/drawing/2014/main" id="{75B7C2BB-1E6F-A2D0-8AD5-4BAD642A16D2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Arc 93">
                <a:extLst>
                  <a:ext uri="{FF2B5EF4-FFF2-40B4-BE49-F238E27FC236}">
                    <a16:creationId xmlns:a16="http://schemas.microsoft.com/office/drawing/2014/main" id="{582E6B48-52FB-743D-2B33-8471D4842851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8F4FB2FF-E647-3EA4-C160-5235EA58DFE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10137" y="1762688"/>
              <a:ext cx="180000" cy="180000"/>
              <a:chOff x="708025" y="1311275"/>
              <a:chExt cx="914400" cy="914400"/>
            </a:xfrm>
          </p:grpSpPr>
          <p:sp>
            <p:nvSpPr>
              <p:cNvPr id="91" name="Arc 90">
                <a:extLst>
                  <a:ext uri="{FF2B5EF4-FFF2-40B4-BE49-F238E27FC236}">
                    <a16:creationId xmlns:a16="http://schemas.microsoft.com/office/drawing/2014/main" id="{D53918FA-D1A0-AEE9-6041-0B8D4F1130A5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Arc 91">
                <a:extLst>
                  <a:ext uri="{FF2B5EF4-FFF2-40B4-BE49-F238E27FC236}">
                    <a16:creationId xmlns:a16="http://schemas.microsoft.com/office/drawing/2014/main" id="{20A23FDB-B814-48E8-CA2B-62E7E94004B7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B246B57C-8B10-99A9-E424-558EAF13CB3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99266" y="1762688"/>
              <a:ext cx="180000" cy="180000"/>
              <a:chOff x="708025" y="1311275"/>
              <a:chExt cx="914400" cy="914400"/>
            </a:xfrm>
          </p:grpSpPr>
          <p:sp>
            <p:nvSpPr>
              <p:cNvPr id="89" name="Arc 88">
                <a:extLst>
                  <a:ext uri="{FF2B5EF4-FFF2-40B4-BE49-F238E27FC236}">
                    <a16:creationId xmlns:a16="http://schemas.microsoft.com/office/drawing/2014/main" id="{32D4E099-0BB0-82F7-58FA-D8681FEE06DC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Arc 89">
                <a:extLst>
                  <a:ext uri="{FF2B5EF4-FFF2-40B4-BE49-F238E27FC236}">
                    <a16:creationId xmlns:a16="http://schemas.microsoft.com/office/drawing/2014/main" id="{E1FE18A3-458A-62AC-E148-2D6DA5094E50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D5FAD286-901A-D156-4E70-0BD6B46CF1F2}"/>
              </a:ext>
            </a:extLst>
          </p:cNvPr>
          <p:cNvSpPr txBox="1"/>
          <p:nvPr/>
        </p:nvSpPr>
        <p:spPr>
          <a:xfrm>
            <a:off x="1741893" y="1245833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06E41DE-6692-BC72-C100-754F07F2C4DE}"/>
              </a:ext>
            </a:extLst>
          </p:cNvPr>
          <p:cNvSpPr txBox="1"/>
          <p:nvPr/>
        </p:nvSpPr>
        <p:spPr>
          <a:xfrm>
            <a:off x="1741893" y="2082353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F345D0-E03A-BC7C-1B2F-6A4333BFF587}"/>
              </a:ext>
            </a:extLst>
          </p:cNvPr>
          <p:cNvSpPr txBox="1"/>
          <p:nvPr/>
        </p:nvSpPr>
        <p:spPr>
          <a:xfrm>
            <a:off x="2079406" y="1404438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B7D543C7-4BCD-4418-0FA9-54268FF89E9E}"/>
              </a:ext>
            </a:extLst>
          </p:cNvPr>
          <p:cNvSpPr/>
          <p:nvPr/>
        </p:nvSpPr>
        <p:spPr>
          <a:xfrm>
            <a:off x="2025735" y="1439525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A0DEAC1-32FB-4292-36D1-4CB5C90A7135}"/>
              </a:ext>
            </a:extLst>
          </p:cNvPr>
          <p:cNvCxnSpPr>
            <a:stCxn id="89" idx="2"/>
          </p:cNvCxnSpPr>
          <p:nvPr/>
        </p:nvCxnSpPr>
        <p:spPr>
          <a:xfrm flipV="1">
            <a:off x="2114111" y="1182846"/>
            <a:ext cx="0" cy="344550"/>
          </a:xfrm>
          <a:prstGeom prst="line">
            <a:avLst/>
          </a:prstGeom>
          <a:ln>
            <a:solidFill>
              <a:srgbClr val="0432FF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13BF3D6D-70A2-1292-53CE-7BD4DD47BD4C}"/>
              </a:ext>
            </a:extLst>
          </p:cNvPr>
          <p:cNvCxnSpPr/>
          <p:nvPr/>
        </p:nvCxnSpPr>
        <p:spPr>
          <a:xfrm flipH="1">
            <a:off x="2100031" y="2082353"/>
            <a:ext cx="8211" cy="358652"/>
          </a:xfrm>
          <a:prstGeom prst="line">
            <a:avLst/>
          </a:prstGeom>
          <a:ln>
            <a:solidFill>
              <a:srgbClr val="0432FF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59F5EC1B-2623-F9AE-ACBE-9F1D2CC04E80}"/>
              </a:ext>
            </a:extLst>
          </p:cNvPr>
          <p:cNvSpPr txBox="1"/>
          <p:nvPr/>
        </p:nvSpPr>
        <p:spPr>
          <a:xfrm>
            <a:off x="749183" y="724068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B73149F-D36B-CFC0-BFFD-9CE1D22B9BB4}"/>
              </a:ext>
            </a:extLst>
          </p:cNvPr>
          <p:cNvSpPr txBox="1"/>
          <p:nvPr/>
        </p:nvSpPr>
        <p:spPr>
          <a:xfrm>
            <a:off x="1271954" y="728226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D4A3763-835F-A39E-70DE-9FCDE651D6BC}"/>
              </a:ext>
            </a:extLst>
          </p:cNvPr>
          <p:cNvSpPr txBox="1"/>
          <p:nvPr/>
        </p:nvSpPr>
        <p:spPr>
          <a:xfrm>
            <a:off x="1767269" y="732007"/>
            <a:ext cx="330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F7F00411-67D5-B3C2-1EF9-7990E7CBCA30}"/>
              </a:ext>
            </a:extLst>
          </p:cNvPr>
          <p:cNvCxnSpPr/>
          <p:nvPr/>
        </p:nvCxnSpPr>
        <p:spPr>
          <a:xfrm flipH="1">
            <a:off x="358663" y="2441005"/>
            <a:ext cx="17495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2C27402A-9724-CCBF-9AF6-A309F3E15385}"/>
              </a:ext>
            </a:extLst>
          </p:cNvPr>
          <p:cNvCxnSpPr>
            <a:cxnSpLocks/>
            <a:endCxn id="102" idx="3"/>
          </p:cNvCxnSpPr>
          <p:nvPr/>
        </p:nvCxnSpPr>
        <p:spPr>
          <a:xfrm flipV="1">
            <a:off x="358663" y="855336"/>
            <a:ext cx="0" cy="1585669"/>
          </a:xfrm>
          <a:prstGeom prst="line">
            <a:avLst/>
          </a:prstGeom>
          <a:ln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CA343E30-182C-2DFE-9C1F-3D05BBE7491E}"/>
              </a:ext>
            </a:extLst>
          </p:cNvPr>
          <p:cNvCxnSpPr/>
          <p:nvPr/>
        </p:nvCxnSpPr>
        <p:spPr>
          <a:xfrm flipV="1">
            <a:off x="1018907" y="860816"/>
            <a:ext cx="0" cy="344550"/>
          </a:xfrm>
          <a:prstGeom prst="line">
            <a:avLst/>
          </a:prstGeom>
          <a:ln>
            <a:solidFill>
              <a:srgbClr val="FF000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C41E65B8-3246-2EE8-EECB-8025B427468C}"/>
              </a:ext>
            </a:extLst>
          </p:cNvPr>
          <p:cNvCxnSpPr/>
          <p:nvPr/>
        </p:nvCxnSpPr>
        <p:spPr>
          <a:xfrm flipV="1">
            <a:off x="1562879" y="860820"/>
            <a:ext cx="0" cy="344550"/>
          </a:xfrm>
          <a:prstGeom prst="line">
            <a:avLst/>
          </a:prstGeom>
          <a:ln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7C37BC5D-ED87-542E-E5AF-BF5B9EBD473C}"/>
              </a:ext>
            </a:extLst>
          </p:cNvPr>
          <p:cNvCxnSpPr/>
          <p:nvPr/>
        </p:nvCxnSpPr>
        <p:spPr>
          <a:xfrm flipV="1">
            <a:off x="2108242" y="855336"/>
            <a:ext cx="0" cy="344550"/>
          </a:xfrm>
          <a:prstGeom prst="line">
            <a:avLst/>
          </a:prstGeom>
          <a:ln>
            <a:solidFill>
              <a:srgbClr val="0432FF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7F9D878D-5827-CB19-73F9-174125BAFC70}"/>
              </a:ext>
            </a:extLst>
          </p:cNvPr>
          <p:cNvSpPr txBox="1"/>
          <p:nvPr/>
        </p:nvSpPr>
        <p:spPr>
          <a:xfrm>
            <a:off x="725050" y="3409285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12F96F40-5D1A-A560-DEA1-EE42AA51184F}"/>
              </a:ext>
            </a:extLst>
          </p:cNvPr>
          <p:cNvSpPr txBox="1"/>
          <p:nvPr/>
        </p:nvSpPr>
        <p:spPr>
          <a:xfrm>
            <a:off x="1247821" y="3413443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CAA34C68-4ACB-7B72-0B76-1D492C9D2AA8}"/>
              </a:ext>
            </a:extLst>
          </p:cNvPr>
          <p:cNvSpPr txBox="1"/>
          <p:nvPr/>
        </p:nvSpPr>
        <p:spPr>
          <a:xfrm>
            <a:off x="1743136" y="3417224"/>
            <a:ext cx="330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82667F2A-7B4A-AE63-883B-00088AB8954E}"/>
              </a:ext>
            </a:extLst>
          </p:cNvPr>
          <p:cNvCxnSpPr/>
          <p:nvPr/>
        </p:nvCxnSpPr>
        <p:spPr>
          <a:xfrm flipV="1">
            <a:off x="994774" y="3546033"/>
            <a:ext cx="0" cy="344550"/>
          </a:xfrm>
          <a:prstGeom prst="line">
            <a:avLst/>
          </a:prstGeom>
          <a:ln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DCAE6AFB-7143-2275-0E1C-F6BDA8AA81BD}"/>
              </a:ext>
            </a:extLst>
          </p:cNvPr>
          <p:cNvCxnSpPr/>
          <p:nvPr/>
        </p:nvCxnSpPr>
        <p:spPr>
          <a:xfrm flipV="1">
            <a:off x="1538746" y="3546037"/>
            <a:ext cx="0" cy="344550"/>
          </a:xfrm>
          <a:prstGeom prst="line">
            <a:avLst/>
          </a:prstGeom>
          <a:ln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2B77D5D0-FDD4-3078-E008-28E70D7B9004}"/>
              </a:ext>
            </a:extLst>
          </p:cNvPr>
          <p:cNvCxnSpPr/>
          <p:nvPr/>
        </p:nvCxnSpPr>
        <p:spPr>
          <a:xfrm flipV="1">
            <a:off x="2084109" y="3540553"/>
            <a:ext cx="0" cy="344550"/>
          </a:xfrm>
          <a:prstGeom prst="line">
            <a:avLst/>
          </a:prstGeom>
          <a:ln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E3D78FC7-7623-105C-77F4-E70D7EB06E99}"/>
              </a:ext>
            </a:extLst>
          </p:cNvPr>
          <p:cNvGrpSpPr/>
          <p:nvPr/>
        </p:nvGrpSpPr>
        <p:grpSpPr>
          <a:xfrm>
            <a:off x="1527718" y="3911296"/>
            <a:ext cx="559899" cy="1258159"/>
            <a:chOff x="3004730" y="3362616"/>
            <a:chExt cx="559899" cy="1258159"/>
          </a:xfrm>
        </p:grpSpPr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DF3A2A55-BCB7-B5B8-A6C2-C08C108219A7}"/>
                </a:ext>
              </a:extLst>
            </p:cNvPr>
            <p:cNvCxnSpPr>
              <a:cxnSpLocks/>
            </p:cNvCxnSpPr>
            <p:nvPr/>
          </p:nvCxnSpPr>
          <p:spPr>
            <a:xfrm>
              <a:off x="3004730" y="4620775"/>
              <a:ext cx="23955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5AE96EF6-B7E2-DBAF-464C-A8DEEF46826C}"/>
                </a:ext>
              </a:extLst>
            </p:cNvPr>
            <p:cNvCxnSpPr/>
            <p:nvPr/>
          </p:nvCxnSpPr>
          <p:spPr>
            <a:xfrm flipV="1">
              <a:off x="3244281" y="3362616"/>
              <a:ext cx="10947" cy="12581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D0C4C86E-D8B2-D4EF-CA18-73865F853F4E}"/>
                </a:ext>
              </a:extLst>
            </p:cNvPr>
            <p:cNvCxnSpPr>
              <a:cxnSpLocks/>
            </p:cNvCxnSpPr>
            <p:nvPr/>
          </p:nvCxnSpPr>
          <p:spPr>
            <a:xfrm>
              <a:off x="3244281" y="3362616"/>
              <a:ext cx="32034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567C5065-BBEC-56CE-EBE0-A2CC379DF228}"/>
              </a:ext>
            </a:extLst>
          </p:cNvPr>
          <p:cNvGrpSpPr/>
          <p:nvPr/>
        </p:nvGrpSpPr>
        <p:grpSpPr>
          <a:xfrm>
            <a:off x="992865" y="3911296"/>
            <a:ext cx="559899" cy="1258159"/>
            <a:chOff x="3004730" y="3362616"/>
            <a:chExt cx="559899" cy="1258159"/>
          </a:xfrm>
        </p:grpSpPr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83277048-C36F-598A-5B2B-57B39190D3D9}"/>
                </a:ext>
              </a:extLst>
            </p:cNvPr>
            <p:cNvCxnSpPr>
              <a:cxnSpLocks/>
            </p:cNvCxnSpPr>
            <p:nvPr/>
          </p:nvCxnSpPr>
          <p:spPr>
            <a:xfrm>
              <a:off x="3004730" y="4620775"/>
              <a:ext cx="23955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EEA7A089-7722-4F27-82DB-75A1559A8B12}"/>
                </a:ext>
              </a:extLst>
            </p:cNvPr>
            <p:cNvCxnSpPr/>
            <p:nvPr/>
          </p:nvCxnSpPr>
          <p:spPr>
            <a:xfrm flipV="1">
              <a:off x="3244281" y="3362616"/>
              <a:ext cx="10947" cy="12581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05FB7EE4-FE5A-9059-6193-07418CB17060}"/>
                </a:ext>
              </a:extLst>
            </p:cNvPr>
            <p:cNvCxnSpPr>
              <a:cxnSpLocks/>
            </p:cNvCxnSpPr>
            <p:nvPr/>
          </p:nvCxnSpPr>
          <p:spPr>
            <a:xfrm>
              <a:off x="3244281" y="3362616"/>
              <a:ext cx="32034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007CD72B-D784-9EEA-82E6-B4964DD566F7}"/>
              </a:ext>
            </a:extLst>
          </p:cNvPr>
          <p:cNvCxnSpPr>
            <a:cxnSpLocks/>
          </p:cNvCxnSpPr>
          <p:nvPr/>
        </p:nvCxnSpPr>
        <p:spPr>
          <a:xfrm flipH="1">
            <a:off x="648045" y="5385969"/>
            <a:ext cx="14250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39296833-FCE1-DACB-9E02-1F8CF5558368}"/>
              </a:ext>
            </a:extLst>
          </p:cNvPr>
          <p:cNvCxnSpPr/>
          <p:nvPr/>
        </p:nvCxnSpPr>
        <p:spPr>
          <a:xfrm flipV="1">
            <a:off x="648045" y="3920664"/>
            <a:ext cx="10947" cy="1465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A2D12151-ED2A-376F-FA4C-3ADE33AA27FC}"/>
              </a:ext>
            </a:extLst>
          </p:cNvPr>
          <p:cNvCxnSpPr>
            <a:cxnSpLocks/>
          </p:cNvCxnSpPr>
          <p:nvPr/>
        </p:nvCxnSpPr>
        <p:spPr>
          <a:xfrm>
            <a:off x="648045" y="3920664"/>
            <a:ext cx="3203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066483A1-4311-C2F8-61F0-54F7234447E5}"/>
              </a:ext>
            </a:extLst>
          </p:cNvPr>
          <p:cNvCxnSpPr>
            <a:cxnSpLocks/>
          </p:cNvCxnSpPr>
          <p:nvPr/>
        </p:nvCxnSpPr>
        <p:spPr>
          <a:xfrm flipH="1">
            <a:off x="2072320" y="5169455"/>
            <a:ext cx="3133" cy="2165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34C8D0F6-CB5C-CE6D-C62A-A13E9B9F0A08}"/>
              </a:ext>
            </a:extLst>
          </p:cNvPr>
          <p:cNvGrpSpPr/>
          <p:nvPr/>
        </p:nvGrpSpPr>
        <p:grpSpPr>
          <a:xfrm>
            <a:off x="2654546" y="754802"/>
            <a:ext cx="1871578" cy="1796321"/>
            <a:chOff x="3327275" y="789411"/>
            <a:chExt cx="1871578" cy="1796321"/>
          </a:xfrm>
        </p:grpSpPr>
        <p:cxnSp>
          <p:nvCxnSpPr>
            <p:cNvPr id="205" name="Straight Arrow Connector 204">
              <a:extLst>
                <a:ext uri="{FF2B5EF4-FFF2-40B4-BE49-F238E27FC236}">
                  <a16:creationId xmlns:a16="http://schemas.microsoft.com/office/drawing/2014/main" id="{50BAA4C4-1BC7-E827-0E65-8FE5DFCB5D9E}"/>
                </a:ext>
              </a:extLst>
            </p:cNvPr>
            <p:cNvCxnSpPr/>
            <p:nvPr/>
          </p:nvCxnSpPr>
          <p:spPr>
            <a:xfrm>
              <a:off x="4052532" y="1732585"/>
              <a:ext cx="91440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Arrow Connector 205">
              <a:extLst>
                <a:ext uri="{FF2B5EF4-FFF2-40B4-BE49-F238E27FC236}">
                  <a16:creationId xmlns:a16="http://schemas.microsoft.com/office/drawing/2014/main" id="{5FC7E151-2326-864A-AAE6-B8E0FCC5A273}"/>
                </a:ext>
              </a:extLst>
            </p:cNvPr>
            <p:cNvCxnSpPr>
              <a:cxnSpLocks/>
            </p:cNvCxnSpPr>
            <p:nvPr/>
          </p:nvCxnSpPr>
          <p:spPr>
            <a:xfrm rot="7200000">
              <a:off x="3376009" y="2128532"/>
              <a:ext cx="9144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6C74B519-1689-F371-2E3C-AF7AD004B8A7}"/>
                </a:ext>
              </a:extLst>
            </p:cNvPr>
            <p:cNvCxnSpPr>
              <a:cxnSpLocks/>
            </p:cNvCxnSpPr>
            <p:nvPr/>
          </p:nvCxnSpPr>
          <p:spPr>
            <a:xfrm rot="-7200000">
              <a:off x="3366732" y="1330248"/>
              <a:ext cx="914400" cy="0"/>
            </a:xfrm>
            <a:prstGeom prst="straightConnector1">
              <a:avLst/>
            </a:prstGeom>
            <a:ln>
              <a:solidFill>
                <a:srgbClr val="0432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9DE05231-08C6-E9B3-46EE-E2A4D24F46F5}"/>
                </a:ext>
              </a:extLst>
            </p:cNvPr>
            <p:cNvSpPr txBox="1"/>
            <p:nvPr/>
          </p:nvSpPr>
          <p:spPr>
            <a:xfrm>
              <a:off x="4903579" y="1594085"/>
              <a:ext cx="2952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186C10BF-5B9C-CAC2-1694-9AD8CF1EADAA}"/>
                </a:ext>
              </a:extLst>
            </p:cNvPr>
            <p:cNvSpPr txBox="1"/>
            <p:nvPr/>
          </p:nvSpPr>
          <p:spPr>
            <a:xfrm>
              <a:off x="3327275" y="789411"/>
              <a:ext cx="3305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55ACE089-0122-51A2-6FFB-0B1DD66B2B9D}"/>
                </a:ext>
              </a:extLst>
            </p:cNvPr>
            <p:cNvSpPr txBox="1"/>
            <p:nvPr/>
          </p:nvSpPr>
          <p:spPr>
            <a:xfrm>
              <a:off x="3349049" y="2305267"/>
              <a:ext cx="2952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C851176C-C317-CE4C-1CBA-2A8380468AFE}"/>
                </a:ext>
              </a:extLst>
            </p:cNvPr>
            <p:cNvSpPr txBox="1"/>
            <p:nvPr/>
          </p:nvSpPr>
          <p:spPr>
            <a:xfrm>
              <a:off x="3966040" y="1488852"/>
              <a:ext cx="2952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3" name="TextBox 362">
                <a:extLst>
                  <a:ext uri="{FF2B5EF4-FFF2-40B4-BE49-F238E27FC236}">
                    <a16:creationId xmlns:a16="http://schemas.microsoft.com/office/drawing/2014/main" id="{2526B3D4-AFB3-E15B-E166-AEBD0C45706D}"/>
                  </a:ext>
                </a:extLst>
              </p:cNvPr>
              <p:cNvSpPr txBox="1"/>
              <p:nvPr/>
            </p:nvSpPr>
            <p:spPr>
              <a:xfrm>
                <a:off x="4091338" y="1750732"/>
                <a:ext cx="181332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363" name="TextBox 362">
                <a:extLst>
                  <a:ext uri="{FF2B5EF4-FFF2-40B4-BE49-F238E27FC236}">
                    <a16:creationId xmlns:a16="http://schemas.microsoft.com/office/drawing/2014/main" id="{2526B3D4-AFB3-E15B-E166-AEBD0C457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1338" y="1750732"/>
                <a:ext cx="181332" cy="207108"/>
              </a:xfrm>
              <a:prstGeom prst="rect">
                <a:avLst/>
              </a:prstGeom>
              <a:blipFill>
                <a:blip r:embed="rId3"/>
                <a:stretch>
                  <a:fillRect l="-20000" r="-6667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4" name="TextBox 363">
                <a:extLst>
                  <a:ext uri="{FF2B5EF4-FFF2-40B4-BE49-F238E27FC236}">
                    <a16:creationId xmlns:a16="http://schemas.microsoft.com/office/drawing/2014/main" id="{B07B376E-1229-81B0-3395-182AC5248A01}"/>
                  </a:ext>
                </a:extLst>
              </p:cNvPr>
              <p:cNvSpPr txBox="1"/>
              <p:nvPr/>
            </p:nvSpPr>
            <p:spPr>
              <a:xfrm>
                <a:off x="3112271" y="2221559"/>
                <a:ext cx="194156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364" name="TextBox 363">
                <a:extLst>
                  <a:ext uri="{FF2B5EF4-FFF2-40B4-BE49-F238E27FC236}">
                    <a16:creationId xmlns:a16="http://schemas.microsoft.com/office/drawing/2014/main" id="{B07B376E-1229-81B0-3395-182AC5248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2271" y="2221559"/>
                <a:ext cx="194156" cy="207108"/>
              </a:xfrm>
              <a:prstGeom prst="rect">
                <a:avLst/>
              </a:prstGeom>
              <a:blipFill>
                <a:blip r:embed="rId4"/>
                <a:stretch>
                  <a:fillRect l="-25000" r="-6250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5" name="TextBox 364">
                <a:extLst>
                  <a:ext uri="{FF2B5EF4-FFF2-40B4-BE49-F238E27FC236}">
                    <a16:creationId xmlns:a16="http://schemas.microsoft.com/office/drawing/2014/main" id="{E58B05C5-090C-4972-E5AF-D9A6B63450FB}"/>
                  </a:ext>
                </a:extLst>
              </p:cNvPr>
              <p:cNvSpPr txBox="1"/>
              <p:nvPr/>
            </p:nvSpPr>
            <p:spPr>
              <a:xfrm>
                <a:off x="3065199" y="890281"/>
                <a:ext cx="186461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365" name="TextBox 364">
                <a:extLst>
                  <a:ext uri="{FF2B5EF4-FFF2-40B4-BE49-F238E27FC236}">
                    <a16:creationId xmlns:a16="http://schemas.microsoft.com/office/drawing/2014/main" id="{E58B05C5-090C-4972-E5AF-D9A6B6345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5199" y="890281"/>
                <a:ext cx="186461" cy="207108"/>
              </a:xfrm>
              <a:prstGeom prst="rect">
                <a:avLst/>
              </a:prstGeom>
              <a:blipFill>
                <a:blip r:embed="rId5"/>
                <a:stretch>
                  <a:fillRect l="-20000" r="-6667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7" name="TextBox 366">
                <a:extLst>
                  <a:ext uri="{FF2B5EF4-FFF2-40B4-BE49-F238E27FC236}">
                    <a16:creationId xmlns:a16="http://schemas.microsoft.com/office/drawing/2014/main" id="{2283A2BE-6A6A-5A01-806D-D9F7139C64F9}"/>
                  </a:ext>
                </a:extLst>
              </p:cNvPr>
              <p:cNvSpPr txBox="1"/>
              <p:nvPr/>
            </p:nvSpPr>
            <p:spPr>
              <a:xfrm>
                <a:off x="1540917" y="4446924"/>
                <a:ext cx="194156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367" name="TextBox 366">
                <a:extLst>
                  <a:ext uri="{FF2B5EF4-FFF2-40B4-BE49-F238E27FC236}">
                    <a16:creationId xmlns:a16="http://schemas.microsoft.com/office/drawing/2014/main" id="{2283A2BE-6A6A-5A01-806D-D9F7139C6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917" y="4446924"/>
                <a:ext cx="194156" cy="207108"/>
              </a:xfrm>
              <a:prstGeom prst="rect">
                <a:avLst/>
              </a:prstGeom>
              <a:blipFill>
                <a:blip r:embed="rId6"/>
                <a:stretch>
                  <a:fillRect l="-18750" r="-6250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8" name="TextBox 367">
                <a:extLst>
                  <a:ext uri="{FF2B5EF4-FFF2-40B4-BE49-F238E27FC236}">
                    <a16:creationId xmlns:a16="http://schemas.microsoft.com/office/drawing/2014/main" id="{859F56F4-A827-1E33-508D-3CDDDCFD5BD1}"/>
                  </a:ext>
                </a:extLst>
              </p:cNvPr>
              <p:cNvSpPr txBox="1"/>
              <p:nvPr/>
            </p:nvSpPr>
            <p:spPr>
              <a:xfrm>
                <a:off x="1578101" y="1710905"/>
                <a:ext cx="194156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368" name="TextBox 367">
                <a:extLst>
                  <a:ext uri="{FF2B5EF4-FFF2-40B4-BE49-F238E27FC236}">
                    <a16:creationId xmlns:a16="http://schemas.microsoft.com/office/drawing/2014/main" id="{859F56F4-A827-1E33-508D-3CDDDCFD5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101" y="1710905"/>
                <a:ext cx="194156" cy="207108"/>
              </a:xfrm>
              <a:prstGeom prst="rect">
                <a:avLst/>
              </a:prstGeom>
              <a:blipFill>
                <a:blip r:embed="rId8"/>
                <a:stretch>
                  <a:fillRect l="-18750" r="-6250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9" name="TextBox 368">
                <a:extLst>
                  <a:ext uri="{FF2B5EF4-FFF2-40B4-BE49-F238E27FC236}">
                    <a16:creationId xmlns:a16="http://schemas.microsoft.com/office/drawing/2014/main" id="{95907062-26A0-418F-ADD0-66F0FF8D4F79}"/>
                  </a:ext>
                </a:extLst>
              </p:cNvPr>
              <p:cNvSpPr txBox="1"/>
              <p:nvPr/>
            </p:nvSpPr>
            <p:spPr>
              <a:xfrm>
                <a:off x="2137902" y="1710905"/>
                <a:ext cx="186461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369" name="TextBox 368">
                <a:extLst>
                  <a:ext uri="{FF2B5EF4-FFF2-40B4-BE49-F238E27FC236}">
                    <a16:creationId xmlns:a16="http://schemas.microsoft.com/office/drawing/2014/main" id="{95907062-26A0-418F-ADD0-66F0FF8D4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7902" y="1710905"/>
                <a:ext cx="186461" cy="207108"/>
              </a:xfrm>
              <a:prstGeom prst="rect">
                <a:avLst/>
              </a:prstGeom>
              <a:blipFill>
                <a:blip r:embed="rId9"/>
                <a:stretch>
                  <a:fillRect l="-20000" r="-6667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TextBox 369">
                <a:extLst>
                  <a:ext uri="{FF2B5EF4-FFF2-40B4-BE49-F238E27FC236}">
                    <a16:creationId xmlns:a16="http://schemas.microsoft.com/office/drawing/2014/main" id="{03456DD9-A970-EE50-34E0-C9589051AECD}"/>
                  </a:ext>
                </a:extLst>
              </p:cNvPr>
              <p:cNvSpPr txBox="1"/>
              <p:nvPr/>
            </p:nvSpPr>
            <p:spPr>
              <a:xfrm>
                <a:off x="2072320" y="4446924"/>
                <a:ext cx="186461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370" name="TextBox 369">
                <a:extLst>
                  <a:ext uri="{FF2B5EF4-FFF2-40B4-BE49-F238E27FC236}">
                    <a16:creationId xmlns:a16="http://schemas.microsoft.com/office/drawing/2014/main" id="{03456DD9-A970-EE50-34E0-C9589051A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320" y="4446924"/>
                <a:ext cx="186461" cy="207108"/>
              </a:xfrm>
              <a:prstGeom prst="rect">
                <a:avLst/>
              </a:prstGeom>
              <a:blipFill>
                <a:blip r:embed="rId10"/>
                <a:stretch>
                  <a:fillRect l="-18750" r="-6250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3" name="TextBox 372">
                <a:extLst>
                  <a:ext uri="{FF2B5EF4-FFF2-40B4-BE49-F238E27FC236}">
                    <a16:creationId xmlns:a16="http://schemas.microsoft.com/office/drawing/2014/main" id="{12F14128-7364-1E89-2B61-97C51A815A67}"/>
                  </a:ext>
                </a:extLst>
              </p:cNvPr>
              <p:cNvSpPr txBox="1"/>
              <p:nvPr/>
            </p:nvSpPr>
            <p:spPr>
              <a:xfrm>
                <a:off x="992583" y="4446924"/>
                <a:ext cx="181332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373" name="TextBox 372">
                <a:extLst>
                  <a:ext uri="{FF2B5EF4-FFF2-40B4-BE49-F238E27FC236}">
                    <a16:creationId xmlns:a16="http://schemas.microsoft.com/office/drawing/2014/main" id="{12F14128-7364-1E89-2B61-97C51A815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583" y="4446924"/>
                <a:ext cx="181332" cy="207108"/>
              </a:xfrm>
              <a:prstGeom prst="rect">
                <a:avLst/>
              </a:prstGeom>
              <a:blipFill>
                <a:blip r:embed="rId11"/>
                <a:stretch>
                  <a:fillRect l="-20000" r="-6667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A7484C3-19CC-A836-9953-C480DF21A2E4}"/>
              </a:ext>
            </a:extLst>
          </p:cNvPr>
          <p:cNvCxnSpPr/>
          <p:nvPr/>
        </p:nvCxnSpPr>
        <p:spPr>
          <a:xfrm>
            <a:off x="2891984" y="4832918"/>
            <a:ext cx="9144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D9A3214-E200-6C4D-6B1C-52FA679D7744}"/>
              </a:ext>
            </a:extLst>
          </p:cNvPr>
          <p:cNvCxnSpPr>
            <a:cxnSpLocks/>
          </p:cNvCxnSpPr>
          <p:nvPr/>
        </p:nvCxnSpPr>
        <p:spPr>
          <a:xfrm rot="7200000">
            <a:off x="2661802" y="4457916"/>
            <a:ext cx="9144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F29CC63-970E-BF0E-95B5-2CEB2C8F89C5}"/>
              </a:ext>
            </a:extLst>
          </p:cNvPr>
          <p:cNvCxnSpPr>
            <a:cxnSpLocks/>
          </p:cNvCxnSpPr>
          <p:nvPr/>
        </p:nvCxnSpPr>
        <p:spPr>
          <a:xfrm rot="14400000">
            <a:off x="3112407" y="4436972"/>
            <a:ext cx="914400" cy="0"/>
          </a:xfrm>
          <a:prstGeom prst="straightConnector1">
            <a:avLst/>
          </a:prstGeom>
          <a:ln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E431BBC-CFEC-A8FD-2CF0-9301F6E5D404}"/>
              </a:ext>
            </a:extLst>
          </p:cNvPr>
          <p:cNvSpPr txBox="1"/>
          <p:nvPr/>
        </p:nvSpPr>
        <p:spPr>
          <a:xfrm>
            <a:off x="3743031" y="4694418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AD31B3-A16C-BDEE-1C75-97DA37CD94D1}"/>
              </a:ext>
            </a:extLst>
          </p:cNvPr>
          <p:cNvSpPr txBox="1"/>
          <p:nvPr/>
        </p:nvSpPr>
        <p:spPr>
          <a:xfrm>
            <a:off x="3198911" y="3739217"/>
            <a:ext cx="330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C916B9-A1EE-8873-0282-B6CCE068B930}"/>
              </a:ext>
            </a:extLst>
          </p:cNvPr>
          <p:cNvSpPr txBox="1"/>
          <p:nvPr/>
        </p:nvSpPr>
        <p:spPr>
          <a:xfrm>
            <a:off x="2640422" y="4832918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0D4E8C8-66CD-CFB8-8FC6-BCF204034607}"/>
                  </a:ext>
                </a:extLst>
              </p:cNvPr>
              <p:cNvSpPr txBox="1"/>
              <p:nvPr/>
            </p:nvSpPr>
            <p:spPr>
              <a:xfrm>
                <a:off x="2793873" y="4507961"/>
                <a:ext cx="194156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0D4E8C8-66CD-CFB8-8FC6-BCF204034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3873" y="4507961"/>
                <a:ext cx="194156" cy="207108"/>
              </a:xfrm>
              <a:prstGeom prst="rect">
                <a:avLst/>
              </a:prstGeom>
              <a:blipFill>
                <a:blip r:embed="rId12"/>
                <a:stretch>
                  <a:fillRect l="-17647" r="-5882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7AEA986-5F42-7D90-4550-329A229397ED}"/>
                  </a:ext>
                </a:extLst>
              </p:cNvPr>
              <p:cNvSpPr txBox="1"/>
              <p:nvPr/>
            </p:nvSpPr>
            <p:spPr>
              <a:xfrm>
                <a:off x="3451005" y="3996867"/>
                <a:ext cx="186461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7AEA986-5F42-7D90-4550-329A22939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1005" y="3996867"/>
                <a:ext cx="186461" cy="207108"/>
              </a:xfrm>
              <a:prstGeom prst="rect">
                <a:avLst/>
              </a:prstGeom>
              <a:blipFill>
                <a:blip r:embed="rId13"/>
                <a:stretch>
                  <a:fillRect l="-18750" r="-6250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3656C43-B9A1-737A-4288-A07993F043C5}"/>
                  </a:ext>
                </a:extLst>
              </p:cNvPr>
              <p:cNvSpPr txBox="1"/>
              <p:nvPr/>
            </p:nvSpPr>
            <p:spPr>
              <a:xfrm>
                <a:off x="3594828" y="4880694"/>
                <a:ext cx="181332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3656C43-B9A1-737A-4288-A07993F04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828" y="4880694"/>
                <a:ext cx="181332" cy="207108"/>
              </a:xfrm>
              <a:prstGeom prst="rect">
                <a:avLst/>
              </a:prstGeom>
              <a:blipFill>
                <a:blip r:embed="rId14"/>
                <a:stretch>
                  <a:fillRect l="-20000" r="-6667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9136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69E3D45-DE3A-C55D-31A0-C67ADCE4BC23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4253727" y="2445500"/>
            <a:ext cx="180000" cy="180000"/>
            <a:chOff x="708025" y="1311275"/>
            <a:chExt cx="914400" cy="914400"/>
          </a:xfrm>
        </p:grpSpPr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2FC11E00-FFB8-003E-EA37-27BC0B8893CA}"/>
                </a:ext>
              </a:extLst>
            </p:cNvPr>
            <p:cNvSpPr/>
            <p:nvPr/>
          </p:nvSpPr>
          <p:spPr>
            <a:xfrm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AEE24FC0-3EFA-3467-394D-10E34B2B8BD6}"/>
                </a:ext>
              </a:extLst>
            </p:cNvPr>
            <p:cNvSpPr/>
            <p:nvPr/>
          </p:nvSpPr>
          <p:spPr>
            <a:xfrm flipH="1"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C91E763-D384-BC46-F211-063F28A3FBC5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4253727" y="2259672"/>
            <a:ext cx="180000" cy="180000"/>
            <a:chOff x="708025" y="1311275"/>
            <a:chExt cx="914400" cy="914400"/>
          </a:xfrm>
        </p:grpSpPr>
        <p:sp>
          <p:nvSpPr>
            <p:cNvPr id="8" name="Arc 7">
              <a:extLst>
                <a:ext uri="{FF2B5EF4-FFF2-40B4-BE49-F238E27FC236}">
                  <a16:creationId xmlns:a16="http://schemas.microsoft.com/office/drawing/2014/main" id="{9ABDEBF1-1FBB-0776-C44C-A965ED484964}"/>
                </a:ext>
              </a:extLst>
            </p:cNvPr>
            <p:cNvSpPr/>
            <p:nvPr/>
          </p:nvSpPr>
          <p:spPr>
            <a:xfrm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E40011ED-583E-17EC-93C7-B4576A43C8C6}"/>
                </a:ext>
              </a:extLst>
            </p:cNvPr>
            <p:cNvSpPr/>
            <p:nvPr/>
          </p:nvSpPr>
          <p:spPr>
            <a:xfrm flipH="1"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D23DFF4-2F8D-25B4-03AC-C5FF44537117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4253727" y="2070543"/>
            <a:ext cx="180000" cy="180000"/>
            <a:chOff x="708025" y="1311275"/>
            <a:chExt cx="914400" cy="914400"/>
          </a:xfrm>
        </p:grpSpPr>
        <p:sp>
          <p:nvSpPr>
            <p:cNvPr id="6" name="Arc 5">
              <a:extLst>
                <a:ext uri="{FF2B5EF4-FFF2-40B4-BE49-F238E27FC236}">
                  <a16:creationId xmlns:a16="http://schemas.microsoft.com/office/drawing/2014/main" id="{1A8653DD-A719-D80C-7C40-F2C48A16570E}"/>
                </a:ext>
              </a:extLst>
            </p:cNvPr>
            <p:cNvSpPr/>
            <p:nvPr/>
          </p:nvSpPr>
          <p:spPr>
            <a:xfrm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Arc 6">
              <a:extLst>
                <a:ext uri="{FF2B5EF4-FFF2-40B4-BE49-F238E27FC236}">
                  <a16:creationId xmlns:a16="http://schemas.microsoft.com/office/drawing/2014/main" id="{7EB34878-40FA-6B72-E84B-1BE23C2F1019}"/>
                </a:ext>
              </a:extLst>
            </p:cNvPr>
            <p:cNvSpPr/>
            <p:nvPr/>
          </p:nvSpPr>
          <p:spPr>
            <a:xfrm flipH="1"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566EBF5A-2A36-1A1E-8A6A-A2654F8C37CC}"/>
              </a:ext>
            </a:extLst>
          </p:cNvPr>
          <p:cNvSpPr/>
          <p:nvPr/>
        </p:nvSpPr>
        <p:spPr>
          <a:xfrm>
            <a:off x="4255351" y="1982672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BE18607-5BAD-1F40-66A5-64347F937491}"/>
              </a:ext>
            </a:extLst>
          </p:cNvPr>
          <p:cNvCxnSpPr>
            <a:stCxn id="6" idx="2"/>
          </p:cNvCxnSpPr>
          <p:nvPr/>
        </p:nvCxnSpPr>
        <p:spPr>
          <a:xfrm flipV="1">
            <a:off x="4343727" y="1725993"/>
            <a:ext cx="0" cy="344550"/>
          </a:xfrm>
          <a:prstGeom prst="line">
            <a:avLst/>
          </a:prstGeom>
          <a:ln>
            <a:solidFill>
              <a:srgbClr val="FF000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5ECEF89-F445-0756-357C-CA3332DC80D1}"/>
              </a:ext>
            </a:extLst>
          </p:cNvPr>
          <p:cNvCxnSpPr/>
          <p:nvPr/>
        </p:nvCxnSpPr>
        <p:spPr>
          <a:xfrm flipH="1">
            <a:off x="4329647" y="2625500"/>
            <a:ext cx="8211" cy="358652"/>
          </a:xfrm>
          <a:prstGeom prst="line">
            <a:avLst/>
          </a:prstGeom>
          <a:ln>
            <a:solidFill>
              <a:srgbClr val="FF000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9BEC373-C446-D9C8-EE55-AF61E2868A1F}"/>
              </a:ext>
            </a:extLst>
          </p:cNvPr>
          <p:cNvGrpSpPr/>
          <p:nvPr/>
        </p:nvGrpSpPr>
        <p:grpSpPr>
          <a:xfrm rot="16200000">
            <a:off x="4610220" y="2258026"/>
            <a:ext cx="554957" cy="180000"/>
            <a:chOff x="2224309" y="1762688"/>
            <a:chExt cx="554957" cy="18000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98FC98B-AD4C-3E05-9F74-A08A9AF8600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24309" y="1762688"/>
              <a:ext cx="180000" cy="180000"/>
              <a:chOff x="708025" y="1311275"/>
              <a:chExt cx="914400" cy="914400"/>
            </a:xfrm>
          </p:grpSpPr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4CC1A49F-D616-33FC-2897-27885959FFD5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Arc 23">
                <a:extLst>
                  <a:ext uri="{FF2B5EF4-FFF2-40B4-BE49-F238E27FC236}">
                    <a16:creationId xmlns:a16="http://schemas.microsoft.com/office/drawing/2014/main" id="{D7657E60-8EF4-386D-A7C1-1CCD2715BB57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B58327D-9F09-E831-D572-97E955A39A7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10137" y="1762688"/>
              <a:ext cx="180000" cy="180000"/>
              <a:chOff x="708025" y="1311275"/>
              <a:chExt cx="914400" cy="914400"/>
            </a:xfrm>
          </p:grpSpPr>
          <p:sp>
            <p:nvSpPr>
              <p:cNvPr id="21" name="Arc 20">
                <a:extLst>
                  <a:ext uri="{FF2B5EF4-FFF2-40B4-BE49-F238E27FC236}">
                    <a16:creationId xmlns:a16="http://schemas.microsoft.com/office/drawing/2014/main" id="{F28ABC9F-4FF1-87A7-C8F9-FB9A6032A0FA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19940940-14BE-28C7-3ED3-1A855DCD9F97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5C70365-A132-57D7-09C8-45DFF612D06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99266" y="1762688"/>
              <a:ext cx="180000" cy="180000"/>
              <a:chOff x="708025" y="1311275"/>
              <a:chExt cx="914400" cy="914400"/>
            </a:xfrm>
          </p:grpSpPr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7D9C26B0-F1B6-D56E-8D6E-2F18CA088F39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F5C2D240-321E-0722-4580-48DABA992F8B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56063E54-C932-081F-7532-F023E16FE9F4}"/>
              </a:ext>
            </a:extLst>
          </p:cNvPr>
          <p:cNvSpPr/>
          <p:nvPr/>
        </p:nvSpPr>
        <p:spPr>
          <a:xfrm>
            <a:off x="4799323" y="1982676"/>
            <a:ext cx="36000" cy="36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FBCE420-80D1-8FD0-044D-591CDFC4CF1C}"/>
              </a:ext>
            </a:extLst>
          </p:cNvPr>
          <p:cNvCxnSpPr>
            <a:stCxn id="19" idx="2"/>
          </p:cNvCxnSpPr>
          <p:nvPr/>
        </p:nvCxnSpPr>
        <p:spPr>
          <a:xfrm flipV="1">
            <a:off x="4887699" y="1725997"/>
            <a:ext cx="0" cy="344550"/>
          </a:xfrm>
          <a:prstGeom prst="line">
            <a:avLst/>
          </a:prstGeom>
          <a:ln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8FE9E08-2792-8730-1B1A-2B4261D75C99}"/>
              </a:ext>
            </a:extLst>
          </p:cNvPr>
          <p:cNvCxnSpPr/>
          <p:nvPr/>
        </p:nvCxnSpPr>
        <p:spPr>
          <a:xfrm flipH="1">
            <a:off x="4873619" y="2625504"/>
            <a:ext cx="8211" cy="358652"/>
          </a:xfrm>
          <a:prstGeom prst="line">
            <a:avLst/>
          </a:prstGeom>
          <a:ln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3DC255A-5D01-184D-D13B-4DBF9105C1D4}"/>
              </a:ext>
            </a:extLst>
          </p:cNvPr>
          <p:cNvGrpSpPr/>
          <p:nvPr/>
        </p:nvGrpSpPr>
        <p:grpSpPr>
          <a:xfrm rot="16200000">
            <a:off x="5155583" y="2252542"/>
            <a:ext cx="554957" cy="180000"/>
            <a:chOff x="2224309" y="1762688"/>
            <a:chExt cx="554957" cy="18000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39CB2CA-2F8B-F916-0676-A5F7C7DB8DB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24309" y="1762688"/>
              <a:ext cx="180000" cy="180000"/>
              <a:chOff x="708025" y="1311275"/>
              <a:chExt cx="914400" cy="914400"/>
            </a:xfrm>
          </p:grpSpPr>
          <p:sp>
            <p:nvSpPr>
              <p:cNvPr id="36" name="Arc 35">
                <a:extLst>
                  <a:ext uri="{FF2B5EF4-FFF2-40B4-BE49-F238E27FC236}">
                    <a16:creationId xmlns:a16="http://schemas.microsoft.com/office/drawing/2014/main" id="{AB6ADB0D-38D7-9CEE-C41F-B8CEC056C198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Arc 36">
                <a:extLst>
                  <a:ext uri="{FF2B5EF4-FFF2-40B4-BE49-F238E27FC236}">
                    <a16:creationId xmlns:a16="http://schemas.microsoft.com/office/drawing/2014/main" id="{35601A7F-9EF7-EDF7-2226-25BD46D587B5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DB96909-0377-F90D-09A0-3FECBC49DBE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10137" y="1762688"/>
              <a:ext cx="180000" cy="180000"/>
              <a:chOff x="708025" y="1311275"/>
              <a:chExt cx="914400" cy="914400"/>
            </a:xfrm>
          </p:grpSpPr>
          <p:sp>
            <p:nvSpPr>
              <p:cNvPr id="34" name="Arc 33">
                <a:extLst>
                  <a:ext uri="{FF2B5EF4-FFF2-40B4-BE49-F238E27FC236}">
                    <a16:creationId xmlns:a16="http://schemas.microsoft.com/office/drawing/2014/main" id="{678545AE-06A4-CAFE-CE1D-D8DD85859795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Arc 34">
                <a:extLst>
                  <a:ext uri="{FF2B5EF4-FFF2-40B4-BE49-F238E27FC236}">
                    <a16:creationId xmlns:a16="http://schemas.microsoft.com/office/drawing/2014/main" id="{408950C4-A287-672A-BFDC-EBC66FB95F03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62A9858-BAA7-3728-7ADE-63C1D0DC815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99266" y="1762688"/>
              <a:ext cx="180000" cy="180000"/>
              <a:chOff x="708025" y="1311275"/>
              <a:chExt cx="914400" cy="914400"/>
            </a:xfrm>
          </p:grpSpPr>
          <p:sp>
            <p:nvSpPr>
              <p:cNvPr id="32" name="Arc 31">
                <a:extLst>
                  <a:ext uri="{FF2B5EF4-FFF2-40B4-BE49-F238E27FC236}">
                    <a16:creationId xmlns:a16="http://schemas.microsoft.com/office/drawing/2014/main" id="{7F255937-3806-3126-AE10-D2193554C51A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Arc 32">
                <a:extLst>
                  <a:ext uri="{FF2B5EF4-FFF2-40B4-BE49-F238E27FC236}">
                    <a16:creationId xmlns:a16="http://schemas.microsoft.com/office/drawing/2014/main" id="{3BC158BE-F486-9F42-B35C-368ECEA50D04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33E4B7A0-28E4-2273-69AB-1D15BCF79E46}"/>
              </a:ext>
            </a:extLst>
          </p:cNvPr>
          <p:cNvSpPr/>
          <p:nvPr/>
        </p:nvSpPr>
        <p:spPr>
          <a:xfrm>
            <a:off x="5344686" y="1977192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02D6880-B91C-BAE1-DAE9-DA1ABFB4590C}"/>
              </a:ext>
            </a:extLst>
          </p:cNvPr>
          <p:cNvCxnSpPr>
            <a:stCxn id="32" idx="2"/>
          </p:cNvCxnSpPr>
          <p:nvPr/>
        </p:nvCxnSpPr>
        <p:spPr>
          <a:xfrm flipV="1">
            <a:off x="5433062" y="1720513"/>
            <a:ext cx="0" cy="344550"/>
          </a:xfrm>
          <a:prstGeom prst="line">
            <a:avLst/>
          </a:prstGeom>
          <a:ln>
            <a:solidFill>
              <a:srgbClr val="0432FF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D4A7404-57E7-F2D3-6197-725BD39A882E}"/>
              </a:ext>
            </a:extLst>
          </p:cNvPr>
          <p:cNvCxnSpPr/>
          <p:nvPr/>
        </p:nvCxnSpPr>
        <p:spPr>
          <a:xfrm flipH="1">
            <a:off x="5418982" y="2620020"/>
            <a:ext cx="8211" cy="358652"/>
          </a:xfrm>
          <a:prstGeom prst="line">
            <a:avLst/>
          </a:prstGeom>
          <a:ln>
            <a:solidFill>
              <a:srgbClr val="0432FF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A20E49A-293A-4DAA-1783-AD86AFF63BBD}"/>
              </a:ext>
            </a:extLst>
          </p:cNvPr>
          <p:cNvSpPr txBox="1"/>
          <p:nvPr/>
        </p:nvSpPr>
        <p:spPr>
          <a:xfrm>
            <a:off x="4189290" y="1466455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148D32-A91F-AF48-49DC-1A3A6B5188D4}"/>
              </a:ext>
            </a:extLst>
          </p:cNvPr>
          <p:cNvSpPr txBox="1"/>
          <p:nvPr/>
        </p:nvSpPr>
        <p:spPr>
          <a:xfrm>
            <a:off x="4712061" y="1470613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F309DB-29C0-2C9E-8F78-8EC60C008279}"/>
              </a:ext>
            </a:extLst>
          </p:cNvPr>
          <p:cNvSpPr txBox="1"/>
          <p:nvPr/>
        </p:nvSpPr>
        <p:spPr>
          <a:xfrm>
            <a:off x="5260202" y="1468177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H3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F1E547E-35BF-57AB-D58A-6C2207BE8B87}"/>
              </a:ext>
            </a:extLst>
          </p:cNvPr>
          <p:cNvCxnSpPr/>
          <p:nvPr/>
        </p:nvCxnSpPr>
        <p:spPr>
          <a:xfrm flipH="1">
            <a:off x="3677614" y="2978672"/>
            <a:ext cx="17495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7B5494B-086D-0463-CEBB-C257EA272746}"/>
              </a:ext>
            </a:extLst>
          </p:cNvPr>
          <p:cNvCxnSpPr>
            <a:cxnSpLocks/>
          </p:cNvCxnSpPr>
          <p:nvPr/>
        </p:nvCxnSpPr>
        <p:spPr>
          <a:xfrm flipV="1">
            <a:off x="3677614" y="1718053"/>
            <a:ext cx="0" cy="1260619"/>
          </a:xfrm>
          <a:prstGeom prst="line">
            <a:avLst/>
          </a:prstGeom>
          <a:ln>
            <a:solidFill>
              <a:schemeClr val="tx1"/>
            </a:solidFill>
            <a:prstDash val="sysDash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F57B01E3-3790-5B4E-7F35-420B265EC9B8}"/>
              </a:ext>
            </a:extLst>
          </p:cNvPr>
          <p:cNvSpPr txBox="1"/>
          <p:nvPr/>
        </p:nvSpPr>
        <p:spPr>
          <a:xfrm>
            <a:off x="3683505" y="1448993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8142758-50C9-79E4-65F8-FFC609CA187C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6055525" y="2453439"/>
            <a:ext cx="180000" cy="180000"/>
            <a:chOff x="708025" y="1311275"/>
            <a:chExt cx="914400" cy="914400"/>
          </a:xfrm>
        </p:grpSpPr>
        <p:sp>
          <p:nvSpPr>
            <p:cNvPr id="55" name="Arc 54">
              <a:extLst>
                <a:ext uri="{FF2B5EF4-FFF2-40B4-BE49-F238E27FC236}">
                  <a16:creationId xmlns:a16="http://schemas.microsoft.com/office/drawing/2014/main" id="{997CB38F-02F1-7F17-AF48-F9F43ACA697F}"/>
                </a:ext>
              </a:extLst>
            </p:cNvPr>
            <p:cNvSpPr/>
            <p:nvPr/>
          </p:nvSpPr>
          <p:spPr>
            <a:xfrm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Arc 55">
              <a:extLst>
                <a:ext uri="{FF2B5EF4-FFF2-40B4-BE49-F238E27FC236}">
                  <a16:creationId xmlns:a16="http://schemas.microsoft.com/office/drawing/2014/main" id="{27D3167B-76B4-30CF-BCAB-7433BB07D8B4}"/>
                </a:ext>
              </a:extLst>
            </p:cNvPr>
            <p:cNvSpPr/>
            <p:nvPr/>
          </p:nvSpPr>
          <p:spPr>
            <a:xfrm flipH="1"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1CF5C49-CAC9-2FCD-4667-E61730029948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6055525" y="2267611"/>
            <a:ext cx="180000" cy="180000"/>
            <a:chOff x="708025" y="1311275"/>
            <a:chExt cx="914400" cy="914400"/>
          </a:xfrm>
        </p:grpSpPr>
        <p:sp>
          <p:nvSpPr>
            <p:cNvPr id="53" name="Arc 52">
              <a:extLst>
                <a:ext uri="{FF2B5EF4-FFF2-40B4-BE49-F238E27FC236}">
                  <a16:creationId xmlns:a16="http://schemas.microsoft.com/office/drawing/2014/main" id="{3F44EBFA-47DA-27A5-341A-541C5687AE4D}"/>
                </a:ext>
              </a:extLst>
            </p:cNvPr>
            <p:cNvSpPr/>
            <p:nvPr/>
          </p:nvSpPr>
          <p:spPr>
            <a:xfrm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Arc 53">
              <a:extLst>
                <a:ext uri="{FF2B5EF4-FFF2-40B4-BE49-F238E27FC236}">
                  <a16:creationId xmlns:a16="http://schemas.microsoft.com/office/drawing/2014/main" id="{FB7C8116-368F-88DD-9544-8907BC7112F0}"/>
                </a:ext>
              </a:extLst>
            </p:cNvPr>
            <p:cNvSpPr/>
            <p:nvPr/>
          </p:nvSpPr>
          <p:spPr>
            <a:xfrm flipH="1"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1AF470A-D394-9F03-7537-CB544BF685B3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6055525" y="2078482"/>
            <a:ext cx="180000" cy="180000"/>
            <a:chOff x="708025" y="1311275"/>
            <a:chExt cx="914400" cy="914400"/>
          </a:xfrm>
        </p:grpSpPr>
        <p:sp>
          <p:nvSpPr>
            <p:cNvPr id="51" name="Arc 50">
              <a:extLst>
                <a:ext uri="{FF2B5EF4-FFF2-40B4-BE49-F238E27FC236}">
                  <a16:creationId xmlns:a16="http://schemas.microsoft.com/office/drawing/2014/main" id="{F4FA1F69-919D-815B-2649-6FC32904803A}"/>
                </a:ext>
              </a:extLst>
            </p:cNvPr>
            <p:cNvSpPr/>
            <p:nvPr/>
          </p:nvSpPr>
          <p:spPr>
            <a:xfrm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Arc 51">
              <a:extLst>
                <a:ext uri="{FF2B5EF4-FFF2-40B4-BE49-F238E27FC236}">
                  <a16:creationId xmlns:a16="http://schemas.microsoft.com/office/drawing/2014/main" id="{BF7244EA-7604-EEEB-2782-B368F35CB0FA}"/>
                </a:ext>
              </a:extLst>
            </p:cNvPr>
            <p:cNvSpPr/>
            <p:nvPr/>
          </p:nvSpPr>
          <p:spPr>
            <a:xfrm flipH="1"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Oval 56">
            <a:extLst>
              <a:ext uri="{FF2B5EF4-FFF2-40B4-BE49-F238E27FC236}">
                <a16:creationId xmlns:a16="http://schemas.microsoft.com/office/drawing/2014/main" id="{A3D583BB-7F00-F755-7962-5A461F0A0922}"/>
              </a:ext>
            </a:extLst>
          </p:cNvPr>
          <p:cNvSpPr/>
          <p:nvPr/>
        </p:nvSpPr>
        <p:spPr>
          <a:xfrm>
            <a:off x="6057149" y="1990611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B81D625-0084-66D0-7216-25ADA86C7C9C}"/>
              </a:ext>
            </a:extLst>
          </p:cNvPr>
          <p:cNvCxnSpPr>
            <a:stCxn id="51" idx="2"/>
          </p:cNvCxnSpPr>
          <p:nvPr/>
        </p:nvCxnSpPr>
        <p:spPr>
          <a:xfrm flipV="1">
            <a:off x="6145525" y="1733932"/>
            <a:ext cx="0" cy="344550"/>
          </a:xfrm>
          <a:prstGeom prst="line">
            <a:avLst/>
          </a:prstGeom>
          <a:ln>
            <a:solidFill>
              <a:srgbClr val="FF000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2607B94-FB01-6976-A554-6B36C2160DA1}"/>
              </a:ext>
            </a:extLst>
          </p:cNvPr>
          <p:cNvCxnSpPr/>
          <p:nvPr/>
        </p:nvCxnSpPr>
        <p:spPr>
          <a:xfrm flipH="1">
            <a:off x="6131445" y="2633439"/>
            <a:ext cx="8211" cy="358652"/>
          </a:xfrm>
          <a:prstGeom prst="line">
            <a:avLst/>
          </a:prstGeom>
          <a:ln>
            <a:solidFill>
              <a:srgbClr val="FF000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515C1B3-E510-D6F5-E16C-B34610C06D2A}"/>
              </a:ext>
            </a:extLst>
          </p:cNvPr>
          <p:cNvGrpSpPr/>
          <p:nvPr/>
        </p:nvGrpSpPr>
        <p:grpSpPr>
          <a:xfrm rot="16200000">
            <a:off x="6412018" y="2265965"/>
            <a:ext cx="554957" cy="180000"/>
            <a:chOff x="2224309" y="1762688"/>
            <a:chExt cx="554957" cy="180000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4328EFA7-1005-736D-F260-AE34E2BF53E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24309" y="1762688"/>
              <a:ext cx="180000" cy="180000"/>
              <a:chOff x="708025" y="1311275"/>
              <a:chExt cx="914400" cy="914400"/>
            </a:xfrm>
          </p:grpSpPr>
          <p:sp>
            <p:nvSpPr>
              <p:cNvPr id="68" name="Arc 67">
                <a:extLst>
                  <a:ext uri="{FF2B5EF4-FFF2-40B4-BE49-F238E27FC236}">
                    <a16:creationId xmlns:a16="http://schemas.microsoft.com/office/drawing/2014/main" id="{AAAC2154-9D87-8BCE-0EA0-37E27D34D0F6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Arc 68">
                <a:extLst>
                  <a:ext uri="{FF2B5EF4-FFF2-40B4-BE49-F238E27FC236}">
                    <a16:creationId xmlns:a16="http://schemas.microsoft.com/office/drawing/2014/main" id="{90CCAF6B-F153-FDCD-303F-121202CE4AFA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73BE2F7B-B381-E9F8-2AF2-B83C8BAAC64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10137" y="1762688"/>
              <a:ext cx="180000" cy="180000"/>
              <a:chOff x="708025" y="1311275"/>
              <a:chExt cx="914400" cy="914400"/>
            </a:xfrm>
          </p:grpSpPr>
          <p:sp>
            <p:nvSpPr>
              <p:cNvPr id="66" name="Arc 65">
                <a:extLst>
                  <a:ext uri="{FF2B5EF4-FFF2-40B4-BE49-F238E27FC236}">
                    <a16:creationId xmlns:a16="http://schemas.microsoft.com/office/drawing/2014/main" id="{688E3DC1-629A-71A8-C285-56C6A3F94242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Arc 66">
                <a:extLst>
                  <a:ext uri="{FF2B5EF4-FFF2-40B4-BE49-F238E27FC236}">
                    <a16:creationId xmlns:a16="http://schemas.microsoft.com/office/drawing/2014/main" id="{EC1E9E29-F9E3-751B-F002-E1DAFAE6C45A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DB35D8F-29CF-DE21-D752-79AFB130941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99266" y="1762688"/>
              <a:ext cx="180000" cy="180000"/>
              <a:chOff x="708025" y="1311275"/>
              <a:chExt cx="914400" cy="914400"/>
            </a:xfrm>
          </p:grpSpPr>
          <p:sp>
            <p:nvSpPr>
              <p:cNvPr id="64" name="Arc 63">
                <a:extLst>
                  <a:ext uri="{FF2B5EF4-FFF2-40B4-BE49-F238E27FC236}">
                    <a16:creationId xmlns:a16="http://schemas.microsoft.com/office/drawing/2014/main" id="{9FB51F71-5732-A197-7EF5-85DD8535E095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Arc 64">
                <a:extLst>
                  <a:ext uri="{FF2B5EF4-FFF2-40B4-BE49-F238E27FC236}">
                    <a16:creationId xmlns:a16="http://schemas.microsoft.com/office/drawing/2014/main" id="{03319B14-3CD8-DE91-470D-89E9B75B83A8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70" name="Oval 69">
            <a:extLst>
              <a:ext uri="{FF2B5EF4-FFF2-40B4-BE49-F238E27FC236}">
                <a16:creationId xmlns:a16="http://schemas.microsoft.com/office/drawing/2014/main" id="{BF86D727-9CAF-2D4A-2287-463BD7296EC1}"/>
              </a:ext>
            </a:extLst>
          </p:cNvPr>
          <p:cNvSpPr/>
          <p:nvPr/>
        </p:nvSpPr>
        <p:spPr>
          <a:xfrm>
            <a:off x="6601121" y="1990615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0F25C0C-9EAD-275B-8B05-CB1E8013ABA3}"/>
              </a:ext>
            </a:extLst>
          </p:cNvPr>
          <p:cNvCxnSpPr>
            <a:stCxn id="64" idx="2"/>
          </p:cNvCxnSpPr>
          <p:nvPr/>
        </p:nvCxnSpPr>
        <p:spPr>
          <a:xfrm flipV="1">
            <a:off x="6689497" y="1733936"/>
            <a:ext cx="0" cy="344550"/>
          </a:xfrm>
          <a:prstGeom prst="line">
            <a:avLst/>
          </a:prstGeom>
          <a:ln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BB73FB6-4CBD-915F-DED1-4C1437A87BA8}"/>
              </a:ext>
            </a:extLst>
          </p:cNvPr>
          <p:cNvCxnSpPr/>
          <p:nvPr/>
        </p:nvCxnSpPr>
        <p:spPr>
          <a:xfrm flipH="1">
            <a:off x="6675417" y="2633443"/>
            <a:ext cx="8211" cy="358652"/>
          </a:xfrm>
          <a:prstGeom prst="line">
            <a:avLst/>
          </a:prstGeom>
          <a:ln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EAC8AEF-3224-FDCC-BD3C-4C2A3C83A643}"/>
              </a:ext>
            </a:extLst>
          </p:cNvPr>
          <p:cNvGrpSpPr/>
          <p:nvPr/>
        </p:nvGrpSpPr>
        <p:grpSpPr>
          <a:xfrm rot="16200000">
            <a:off x="6957381" y="2260481"/>
            <a:ext cx="554957" cy="180000"/>
            <a:chOff x="2224309" y="1762688"/>
            <a:chExt cx="554957" cy="180000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818E9547-2BA8-E3EA-844D-252A1CAC9E6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24309" y="1762688"/>
              <a:ext cx="180000" cy="180000"/>
              <a:chOff x="708025" y="1311275"/>
              <a:chExt cx="914400" cy="914400"/>
            </a:xfrm>
          </p:grpSpPr>
          <p:sp>
            <p:nvSpPr>
              <p:cNvPr id="81" name="Arc 80">
                <a:extLst>
                  <a:ext uri="{FF2B5EF4-FFF2-40B4-BE49-F238E27FC236}">
                    <a16:creationId xmlns:a16="http://schemas.microsoft.com/office/drawing/2014/main" id="{A98C30BC-AB64-7DE4-AE3A-6807662B4234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Arc 81">
                <a:extLst>
                  <a:ext uri="{FF2B5EF4-FFF2-40B4-BE49-F238E27FC236}">
                    <a16:creationId xmlns:a16="http://schemas.microsoft.com/office/drawing/2014/main" id="{FF6B9D39-64C2-227C-2F29-FBE8D0A98428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4ADD68EE-D833-E370-9967-70EA9720D30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10137" y="1762688"/>
              <a:ext cx="180000" cy="180000"/>
              <a:chOff x="708025" y="1311275"/>
              <a:chExt cx="914400" cy="914400"/>
            </a:xfrm>
          </p:grpSpPr>
          <p:sp>
            <p:nvSpPr>
              <p:cNvPr id="79" name="Arc 78">
                <a:extLst>
                  <a:ext uri="{FF2B5EF4-FFF2-40B4-BE49-F238E27FC236}">
                    <a16:creationId xmlns:a16="http://schemas.microsoft.com/office/drawing/2014/main" id="{1B7ED46F-574B-A0DC-93EE-915A4AD0C51A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Arc 79">
                <a:extLst>
                  <a:ext uri="{FF2B5EF4-FFF2-40B4-BE49-F238E27FC236}">
                    <a16:creationId xmlns:a16="http://schemas.microsoft.com/office/drawing/2014/main" id="{88315EEC-6052-FE3B-0C91-B7607DF01A60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149FE070-1E9B-CCFA-52C8-02505C9A1C4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99266" y="1762688"/>
              <a:ext cx="180000" cy="180000"/>
              <a:chOff x="708025" y="1311275"/>
              <a:chExt cx="914400" cy="914400"/>
            </a:xfrm>
          </p:grpSpPr>
          <p:sp>
            <p:nvSpPr>
              <p:cNvPr id="77" name="Arc 76">
                <a:extLst>
                  <a:ext uri="{FF2B5EF4-FFF2-40B4-BE49-F238E27FC236}">
                    <a16:creationId xmlns:a16="http://schemas.microsoft.com/office/drawing/2014/main" id="{B318FCB7-E0D8-5B29-A4CF-CED8FBDAF89D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Arc 77">
                <a:extLst>
                  <a:ext uri="{FF2B5EF4-FFF2-40B4-BE49-F238E27FC236}">
                    <a16:creationId xmlns:a16="http://schemas.microsoft.com/office/drawing/2014/main" id="{89E0FC6D-2B68-8C0B-F1AC-C1F36E8DFDD8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83" name="Oval 82">
            <a:extLst>
              <a:ext uri="{FF2B5EF4-FFF2-40B4-BE49-F238E27FC236}">
                <a16:creationId xmlns:a16="http://schemas.microsoft.com/office/drawing/2014/main" id="{45154B96-B4C1-5ECD-2945-42D5BE3EC42A}"/>
              </a:ext>
            </a:extLst>
          </p:cNvPr>
          <p:cNvSpPr/>
          <p:nvPr/>
        </p:nvSpPr>
        <p:spPr>
          <a:xfrm>
            <a:off x="7146484" y="1985131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6D7D54B-4C44-E031-96E1-E0E5F34469C4}"/>
              </a:ext>
            </a:extLst>
          </p:cNvPr>
          <p:cNvCxnSpPr>
            <a:stCxn id="77" idx="2"/>
          </p:cNvCxnSpPr>
          <p:nvPr/>
        </p:nvCxnSpPr>
        <p:spPr>
          <a:xfrm flipV="1">
            <a:off x="7234860" y="1728452"/>
            <a:ext cx="0" cy="344550"/>
          </a:xfrm>
          <a:prstGeom prst="line">
            <a:avLst/>
          </a:prstGeom>
          <a:ln>
            <a:solidFill>
              <a:srgbClr val="0432FF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41B5CE1C-8E2D-1CEE-F6ED-6E7852BD3FB1}"/>
              </a:ext>
            </a:extLst>
          </p:cNvPr>
          <p:cNvCxnSpPr/>
          <p:nvPr/>
        </p:nvCxnSpPr>
        <p:spPr>
          <a:xfrm flipH="1">
            <a:off x="7220780" y="2627959"/>
            <a:ext cx="8211" cy="358652"/>
          </a:xfrm>
          <a:prstGeom prst="line">
            <a:avLst/>
          </a:prstGeom>
          <a:ln>
            <a:solidFill>
              <a:srgbClr val="0432FF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ED10BD49-175E-9CE0-70EA-4F127F4B6209}"/>
              </a:ext>
            </a:extLst>
          </p:cNvPr>
          <p:cNvSpPr txBox="1"/>
          <p:nvPr/>
        </p:nvSpPr>
        <p:spPr>
          <a:xfrm>
            <a:off x="5978425" y="1465775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B2FBF97-CABE-71FC-AE80-824A51153649}"/>
              </a:ext>
            </a:extLst>
          </p:cNvPr>
          <p:cNvSpPr txBox="1"/>
          <p:nvPr/>
        </p:nvSpPr>
        <p:spPr>
          <a:xfrm>
            <a:off x="6501196" y="1469933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D6E5CCB-8942-730B-274C-5A847B19787B}"/>
              </a:ext>
            </a:extLst>
          </p:cNvPr>
          <p:cNvSpPr txBox="1"/>
          <p:nvPr/>
        </p:nvSpPr>
        <p:spPr>
          <a:xfrm>
            <a:off x="7058680" y="1465775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X3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C9382D66-6ED6-1205-F402-5E4262DE47D5}"/>
              </a:ext>
            </a:extLst>
          </p:cNvPr>
          <p:cNvCxnSpPr>
            <a:cxnSpLocks/>
          </p:cNvCxnSpPr>
          <p:nvPr/>
        </p:nvCxnSpPr>
        <p:spPr>
          <a:xfrm flipH="1">
            <a:off x="6139656" y="2986611"/>
            <a:ext cx="1488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6B9413B7-7630-F911-0D65-65FD0478B13E}"/>
              </a:ext>
            </a:extLst>
          </p:cNvPr>
          <p:cNvCxnSpPr>
            <a:cxnSpLocks/>
          </p:cNvCxnSpPr>
          <p:nvPr/>
        </p:nvCxnSpPr>
        <p:spPr>
          <a:xfrm flipV="1">
            <a:off x="7613012" y="1733931"/>
            <a:ext cx="0" cy="1260619"/>
          </a:xfrm>
          <a:prstGeom prst="line">
            <a:avLst/>
          </a:prstGeom>
          <a:ln>
            <a:solidFill>
              <a:schemeClr val="tx1"/>
            </a:solidFill>
            <a:prstDash val="sysDash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B28E2548-ED82-2A8A-D422-3280A523A324}"/>
              </a:ext>
            </a:extLst>
          </p:cNvPr>
          <p:cNvSpPr txBox="1"/>
          <p:nvPr/>
        </p:nvSpPr>
        <p:spPr>
          <a:xfrm>
            <a:off x="7500808" y="1456932"/>
            <a:ext cx="2126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2C7A87D-7A65-8A3E-F559-F10F957EB63E}"/>
              </a:ext>
            </a:extLst>
          </p:cNvPr>
          <p:cNvSpPr txBox="1"/>
          <p:nvPr/>
        </p:nvSpPr>
        <p:spPr>
          <a:xfrm>
            <a:off x="3645033" y="434350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F2CD2FC-EE50-FDDB-AAAA-CE6049F4B378}"/>
              </a:ext>
            </a:extLst>
          </p:cNvPr>
          <p:cNvCxnSpPr/>
          <p:nvPr/>
        </p:nvCxnSpPr>
        <p:spPr>
          <a:xfrm>
            <a:off x="4329733" y="3943466"/>
            <a:ext cx="9144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1367353A-9BA0-AB1D-E896-FFF828AEAFAE}"/>
              </a:ext>
            </a:extLst>
          </p:cNvPr>
          <p:cNvCxnSpPr>
            <a:cxnSpLocks/>
          </p:cNvCxnSpPr>
          <p:nvPr/>
        </p:nvCxnSpPr>
        <p:spPr>
          <a:xfrm rot="7200000">
            <a:off x="3653210" y="4339413"/>
            <a:ext cx="9144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71F8239B-916C-895A-8093-3F8F4491A078}"/>
              </a:ext>
            </a:extLst>
          </p:cNvPr>
          <p:cNvCxnSpPr>
            <a:cxnSpLocks/>
          </p:cNvCxnSpPr>
          <p:nvPr/>
        </p:nvCxnSpPr>
        <p:spPr>
          <a:xfrm rot="14400000">
            <a:off x="3643933" y="3541129"/>
            <a:ext cx="914400" cy="0"/>
          </a:xfrm>
          <a:prstGeom prst="straightConnector1">
            <a:avLst/>
          </a:prstGeom>
          <a:ln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AD029E77-A663-3D4F-2A8E-9E8C9B714D07}"/>
              </a:ext>
            </a:extLst>
          </p:cNvPr>
          <p:cNvSpPr txBox="1"/>
          <p:nvPr/>
        </p:nvSpPr>
        <p:spPr>
          <a:xfrm>
            <a:off x="4947128" y="3700490"/>
            <a:ext cx="372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9975BB6-DA1C-6C2A-1FEE-AA500A0650CC}"/>
              </a:ext>
            </a:extLst>
          </p:cNvPr>
          <p:cNvSpPr txBox="1"/>
          <p:nvPr/>
        </p:nvSpPr>
        <p:spPr>
          <a:xfrm>
            <a:off x="3645033" y="3186473"/>
            <a:ext cx="372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H3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7D1B3BB-EAA6-B87C-BF49-6A18A37D97D7}"/>
              </a:ext>
            </a:extLst>
          </p:cNvPr>
          <p:cNvSpPr txBox="1"/>
          <p:nvPr/>
        </p:nvSpPr>
        <p:spPr>
          <a:xfrm>
            <a:off x="4243241" y="3699733"/>
            <a:ext cx="2952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E0431A96-9531-5ED0-770F-3FB236B05B47}"/>
              </a:ext>
            </a:extLst>
          </p:cNvPr>
          <p:cNvCxnSpPr>
            <a:cxnSpLocks/>
          </p:cNvCxnSpPr>
          <p:nvPr/>
        </p:nvCxnSpPr>
        <p:spPr>
          <a:xfrm flipV="1">
            <a:off x="3894667" y="3948275"/>
            <a:ext cx="1365535" cy="790455"/>
          </a:xfrm>
          <a:prstGeom prst="straightConnector1">
            <a:avLst/>
          </a:prstGeom>
          <a:ln>
            <a:solidFill>
              <a:srgbClr val="7030A0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B550BE20-FA1B-2D61-28B4-5208E9A540AF}"/>
                  </a:ext>
                </a:extLst>
              </p:cNvPr>
              <p:cNvSpPr txBox="1"/>
              <p:nvPr/>
            </p:nvSpPr>
            <p:spPr>
              <a:xfrm>
                <a:off x="4420134" y="4412429"/>
                <a:ext cx="1104854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𝐿𝐿</m:t>
                          </m:r>
                          <m:r>
                            <a:rPr lang="en-CA" sz="12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sz="12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CA" sz="12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12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CA" sz="12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sz="12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A" sz="1200" b="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B550BE20-FA1B-2D61-28B4-5208E9A54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0134" y="4412429"/>
                <a:ext cx="1104854" cy="207108"/>
              </a:xfrm>
              <a:prstGeom prst="rect">
                <a:avLst/>
              </a:prstGeom>
              <a:blipFill>
                <a:blip r:embed="rId3"/>
                <a:stretch>
                  <a:fillRect l="-3448" r="-1149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3BC9D3CD-B793-A4E2-8BD3-03AE30696E68}"/>
              </a:ext>
            </a:extLst>
          </p:cNvPr>
          <p:cNvSpPr txBox="1"/>
          <p:nvPr/>
        </p:nvSpPr>
        <p:spPr>
          <a:xfrm>
            <a:off x="6139656" y="4071951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8C7877EF-F6EF-B41D-4F46-A5F0352C9576}"/>
              </a:ext>
            </a:extLst>
          </p:cNvPr>
          <p:cNvCxnSpPr/>
          <p:nvPr/>
        </p:nvCxnSpPr>
        <p:spPr>
          <a:xfrm>
            <a:off x="6680974" y="3932877"/>
            <a:ext cx="57661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11DD5791-BFA4-E544-5766-543584AC746D}"/>
              </a:ext>
            </a:extLst>
          </p:cNvPr>
          <p:cNvCxnSpPr>
            <a:cxnSpLocks/>
          </p:cNvCxnSpPr>
          <p:nvPr/>
        </p:nvCxnSpPr>
        <p:spPr>
          <a:xfrm rot="7200000">
            <a:off x="6254366" y="4182557"/>
            <a:ext cx="5766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C87FE1D1-3415-05D9-67E1-2C5AAFE05DC3}"/>
              </a:ext>
            </a:extLst>
          </p:cNvPr>
          <p:cNvCxnSpPr>
            <a:cxnSpLocks/>
          </p:cNvCxnSpPr>
          <p:nvPr/>
        </p:nvCxnSpPr>
        <p:spPr>
          <a:xfrm rot="14400000">
            <a:off x="6248516" y="3679167"/>
            <a:ext cx="576611" cy="0"/>
          </a:xfrm>
          <a:prstGeom prst="straightConnector1">
            <a:avLst/>
          </a:prstGeom>
          <a:ln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0098013D-9022-5A6E-C281-BD7A171771CE}"/>
              </a:ext>
            </a:extLst>
          </p:cNvPr>
          <p:cNvSpPr txBox="1"/>
          <p:nvPr/>
        </p:nvSpPr>
        <p:spPr>
          <a:xfrm>
            <a:off x="7250062" y="3708494"/>
            <a:ext cx="372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EF24D35-F338-E92B-7C03-524B54CDDD67}"/>
              </a:ext>
            </a:extLst>
          </p:cNvPr>
          <p:cNvSpPr txBox="1"/>
          <p:nvPr/>
        </p:nvSpPr>
        <p:spPr>
          <a:xfrm>
            <a:off x="6456202" y="3352077"/>
            <a:ext cx="372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X3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C1B18F3-856B-3E7D-123F-E7D43A951A04}"/>
              </a:ext>
            </a:extLst>
          </p:cNvPr>
          <p:cNvSpPr txBox="1"/>
          <p:nvPr/>
        </p:nvSpPr>
        <p:spPr>
          <a:xfrm>
            <a:off x="6637121" y="3697426"/>
            <a:ext cx="2952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12EE7211-2D45-2531-FDDF-0125A4FAB952}"/>
              </a:ext>
            </a:extLst>
          </p:cNvPr>
          <p:cNvCxnSpPr>
            <a:cxnSpLocks/>
          </p:cNvCxnSpPr>
          <p:nvPr/>
        </p:nvCxnSpPr>
        <p:spPr>
          <a:xfrm flipV="1">
            <a:off x="6421981" y="3960030"/>
            <a:ext cx="812879" cy="463216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E38032FD-7209-C664-E828-ED10229E7987}"/>
                  </a:ext>
                </a:extLst>
              </p:cNvPr>
              <p:cNvSpPr txBox="1"/>
              <p:nvPr/>
            </p:nvSpPr>
            <p:spPr>
              <a:xfrm>
                <a:off x="6619121" y="4342538"/>
                <a:ext cx="1421736" cy="375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𝐿𝐿</m:t>
                          </m:r>
                          <m:r>
                            <a:rPr lang="en-CA" sz="12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sz="12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CA" sz="1200" b="0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sz="12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A" sz="12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2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CA" sz="12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CA" sz="12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2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CA" sz="12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CA" sz="12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CA" sz="12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CA" sz="1200" b="0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sz="12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CA" sz="1200" b="0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sz="1200" b="0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E38032FD-7209-C664-E828-ED10229E7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9121" y="4342538"/>
                <a:ext cx="1421736" cy="375937"/>
              </a:xfrm>
              <a:prstGeom prst="rect">
                <a:avLst/>
              </a:prstGeom>
              <a:blipFill>
                <a:blip r:embed="rId4"/>
                <a:stretch>
                  <a:fillRect l="-2655" r="-2655"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D5458E8B-769B-77BD-00C1-EE41B2884FFC}"/>
              </a:ext>
            </a:extLst>
          </p:cNvPr>
          <p:cNvCxnSpPr>
            <a:cxnSpLocks/>
          </p:cNvCxnSpPr>
          <p:nvPr/>
        </p:nvCxnSpPr>
        <p:spPr>
          <a:xfrm flipV="1">
            <a:off x="5034189" y="4936799"/>
            <a:ext cx="1365535" cy="790455"/>
          </a:xfrm>
          <a:prstGeom prst="straightConnector1">
            <a:avLst/>
          </a:prstGeom>
          <a:ln>
            <a:solidFill>
              <a:srgbClr val="7030A0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8501CC48-1CAD-E8CB-A503-0038BFD9693D}"/>
              </a:ext>
            </a:extLst>
          </p:cNvPr>
          <p:cNvCxnSpPr>
            <a:cxnSpLocks/>
          </p:cNvCxnSpPr>
          <p:nvPr/>
        </p:nvCxnSpPr>
        <p:spPr>
          <a:xfrm flipV="1">
            <a:off x="5033866" y="5264401"/>
            <a:ext cx="812879" cy="463216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A524F617-CA06-3160-6F10-F33567D2B8E6}"/>
                  </a:ext>
                </a:extLst>
              </p:cNvPr>
              <p:cNvSpPr txBox="1"/>
              <p:nvPr/>
            </p:nvSpPr>
            <p:spPr>
              <a:xfrm>
                <a:off x="5852766" y="4749958"/>
                <a:ext cx="408766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𝐿𝐿</m:t>
                          </m:r>
                          <m:r>
                            <a:rPr lang="en-CA" sz="12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sz="12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en-CA" sz="1200" b="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A524F617-CA06-3160-6F10-F33567D2B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2766" y="4749958"/>
                <a:ext cx="408766" cy="207108"/>
              </a:xfrm>
              <a:prstGeom prst="rect">
                <a:avLst/>
              </a:prstGeom>
              <a:blipFill>
                <a:blip r:embed="rId5"/>
                <a:stretch>
                  <a:fillRect l="-9091" r="-3030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1FA95C3F-1664-E936-83F1-18E9EE1D7BD4}"/>
                  </a:ext>
                </a:extLst>
              </p:cNvPr>
              <p:cNvSpPr txBox="1"/>
              <p:nvPr/>
            </p:nvSpPr>
            <p:spPr>
              <a:xfrm>
                <a:off x="5632420" y="5392455"/>
                <a:ext cx="1175065" cy="375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𝐿𝐿</m:t>
                          </m:r>
                          <m:r>
                            <a:rPr lang="en-CA" sz="12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sz="12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CA" sz="1200" b="0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120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CA" sz="120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CA" sz="1200" b="0" i="1" dirty="0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200" b="0" i="1" dirty="0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CA" sz="1200" b="0" i="1" dirty="0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CA" sz="1200" b="0" i="1" dirty="0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200" b="0" i="1" dirty="0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CA" sz="1200" b="0" i="1" dirty="0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acc>
                            <m:accPr>
                              <m:chr m:val="⃗"/>
                              <m:ctrlPr>
                                <a:rPr lang="en-CA" sz="1200" i="1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i="1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𝐿𝐿</m:t>
                          </m:r>
                          <m:r>
                            <a:rPr lang="en-CA" sz="120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sz="12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en-CA" sz="1200" b="0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1FA95C3F-1664-E936-83F1-18E9EE1D7B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2420" y="5392455"/>
                <a:ext cx="1175065" cy="375937"/>
              </a:xfrm>
              <a:prstGeom prst="rect">
                <a:avLst/>
              </a:prstGeom>
              <a:blipFill>
                <a:blip r:embed="rId6"/>
                <a:stretch>
                  <a:fillRect l="-2128"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BFC358AD-77D3-22B0-F20B-89AAAA594714}"/>
              </a:ext>
            </a:extLst>
          </p:cNvPr>
          <p:cNvCxnSpPr/>
          <p:nvPr/>
        </p:nvCxnSpPr>
        <p:spPr>
          <a:xfrm>
            <a:off x="5033866" y="5097294"/>
            <a:ext cx="0" cy="119650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2DD815FA-09A6-0AC4-E700-ECC0829A1B07}"/>
              </a:ext>
            </a:extLst>
          </p:cNvPr>
          <p:cNvCxnSpPr>
            <a:cxnSpLocks/>
          </p:cNvCxnSpPr>
          <p:nvPr/>
        </p:nvCxnSpPr>
        <p:spPr>
          <a:xfrm rot="5400000">
            <a:off x="5018385" y="5129003"/>
            <a:ext cx="0" cy="119650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F0A03437-86E4-81FD-6A41-C8C2DCFD8651}"/>
                  </a:ext>
                </a:extLst>
              </p:cNvPr>
              <p:cNvSpPr txBox="1"/>
              <p:nvPr/>
            </p:nvSpPr>
            <p:spPr>
              <a:xfrm>
                <a:off x="4360969" y="2257382"/>
                <a:ext cx="181332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F0A03437-86E4-81FD-6A41-C8C2DCFD8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0969" y="2257382"/>
                <a:ext cx="181332" cy="207108"/>
              </a:xfrm>
              <a:prstGeom prst="rect">
                <a:avLst/>
              </a:prstGeom>
              <a:blipFill>
                <a:blip r:embed="rId7"/>
                <a:stretch>
                  <a:fillRect l="-20000" r="-13333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3F2885D-AE43-939E-6209-5DBBF2E0101A}"/>
                  </a:ext>
                </a:extLst>
              </p:cNvPr>
              <p:cNvSpPr txBox="1"/>
              <p:nvPr/>
            </p:nvSpPr>
            <p:spPr>
              <a:xfrm>
                <a:off x="4886158" y="2257382"/>
                <a:ext cx="194156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3F2885D-AE43-939E-6209-5DBBF2E01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6158" y="2257382"/>
                <a:ext cx="194156" cy="207108"/>
              </a:xfrm>
              <a:prstGeom prst="rect">
                <a:avLst/>
              </a:prstGeom>
              <a:blipFill>
                <a:blip r:embed="rId8"/>
                <a:stretch>
                  <a:fillRect l="-18750" r="-12500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3C735D78-0D51-E55A-3440-249D193EA071}"/>
                  </a:ext>
                </a:extLst>
              </p:cNvPr>
              <p:cNvSpPr txBox="1"/>
              <p:nvPr/>
            </p:nvSpPr>
            <p:spPr>
              <a:xfrm>
                <a:off x="5445959" y="2257382"/>
                <a:ext cx="186461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3C735D78-0D51-E55A-3440-249D193EA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5959" y="2257382"/>
                <a:ext cx="186461" cy="207108"/>
              </a:xfrm>
              <a:prstGeom prst="rect">
                <a:avLst/>
              </a:prstGeom>
              <a:blipFill>
                <a:blip r:embed="rId9"/>
                <a:stretch>
                  <a:fillRect l="-18750" r="-6250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5D582778-173E-0E1E-C380-80DB629AB6DE}"/>
                  </a:ext>
                </a:extLst>
              </p:cNvPr>
              <p:cNvSpPr txBox="1"/>
              <p:nvPr/>
            </p:nvSpPr>
            <p:spPr>
              <a:xfrm>
                <a:off x="6159447" y="2254164"/>
                <a:ext cx="171906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5D582778-173E-0E1E-C380-80DB629AB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9447" y="2254164"/>
                <a:ext cx="171906" cy="207108"/>
              </a:xfrm>
              <a:prstGeom prst="rect">
                <a:avLst/>
              </a:prstGeom>
              <a:blipFill>
                <a:blip r:embed="rId10"/>
                <a:stretch>
                  <a:fillRect l="-20000" r="-6667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2ADE74DE-0492-2570-D7A3-04068107EDC4}"/>
                  </a:ext>
                </a:extLst>
              </p:cNvPr>
              <p:cNvSpPr txBox="1"/>
              <p:nvPr/>
            </p:nvSpPr>
            <p:spPr>
              <a:xfrm>
                <a:off x="6684636" y="2254164"/>
                <a:ext cx="184538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2ADE74DE-0492-2570-D7A3-04068107E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4636" y="2254164"/>
                <a:ext cx="184538" cy="207108"/>
              </a:xfrm>
              <a:prstGeom prst="rect">
                <a:avLst/>
              </a:prstGeom>
              <a:blipFill>
                <a:blip r:embed="rId11"/>
                <a:stretch>
                  <a:fillRect l="-20000" r="-6667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A0C2CD59-41A4-36B1-E04E-1DF73A6F557A}"/>
                  </a:ext>
                </a:extLst>
              </p:cNvPr>
              <p:cNvSpPr txBox="1"/>
              <p:nvPr/>
            </p:nvSpPr>
            <p:spPr>
              <a:xfrm>
                <a:off x="7244437" y="2254164"/>
                <a:ext cx="158312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A0C2CD59-41A4-36B1-E04E-1DF73A6F5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4437" y="2254164"/>
                <a:ext cx="158312" cy="207108"/>
              </a:xfrm>
              <a:prstGeom prst="rect">
                <a:avLst/>
              </a:prstGeom>
              <a:blipFill>
                <a:blip r:embed="rId12"/>
                <a:stretch>
                  <a:fillRect l="-23077" r="-7692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EC335AAA-40A1-9CF9-98EF-8B4875AC6737}"/>
                  </a:ext>
                </a:extLst>
              </p:cNvPr>
              <p:cNvSpPr txBox="1"/>
              <p:nvPr/>
            </p:nvSpPr>
            <p:spPr>
              <a:xfrm>
                <a:off x="4758195" y="3708494"/>
                <a:ext cx="181332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EC335AAA-40A1-9CF9-98EF-8B4875AC6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8195" y="3708494"/>
                <a:ext cx="181332" cy="207108"/>
              </a:xfrm>
              <a:prstGeom prst="rect">
                <a:avLst/>
              </a:prstGeom>
              <a:blipFill>
                <a:blip r:embed="rId13"/>
                <a:stretch>
                  <a:fillRect l="-20000" r="-13333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7756D549-5587-078D-4A3F-1F3D94D28D2B}"/>
                  </a:ext>
                </a:extLst>
              </p:cNvPr>
              <p:cNvSpPr txBox="1"/>
              <p:nvPr/>
            </p:nvSpPr>
            <p:spPr>
              <a:xfrm>
                <a:off x="3930416" y="4116056"/>
                <a:ext cx="194156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7756D549-5587-078D-4A3F-1F3D94D28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0416" y="4116056"/>
                <a:ext cx="194156" cy="207108"/>
              </a:xfrm>
              <a:prstGeom prst="rect">
                <a:avLst/>
              </a:prstGeom>
              <a:blipFill>
                <a:blip r:embed="rId14"/>
                <a:stretch>
                  <a:fillRect l="-18750" r="-6250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F726F1BA-DDC8-ACFD-14BD-9757334F6255}"/>
                  </a:ext>
                </a:extLst>
              </p:cNvPr>
              <p:cNvSpPr txBox="1"/>
              <p:nvPr/>
            </p:nvSpPr>
            <p:spPr>
              <a:xfrm>
                <a:off x="6931319" y="3703141"/>
                <a:ext cx="171906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F726F1BA-DDC8-ACFD-14BD-9757334F62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1319" y="3703141"/>
                <a:ext cx="171906" cy="207108"/>
              </a:xfrm>
              <a:prstGeom prst="rect">
                <a:avLst/>
              </a:prstGeom>
              <a:blipFill>
                <a:blip r:embed="rId15"/>
                <a:stretch>
                  <a:fillRect l="-20000" r="-6667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827C1AAA-ED0F-48B6-D5B5-1FA7DFDF6DDA}"/>
                  </a:ext>
                </a:extLst>
              </p:cNvPr>
              <p:cNvSpPr txBox="1"/>
              <p:nvPr/>
            </p:nvSpPr>
            <p:spPr>
              <a:xfrm>
                <a:off x="6420190" y="3894737"/>
                <a:ext cx="184538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827C1AAA-ED0F-48B6-D5B5-1FA7DFDF6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0190" y="3894737"/>
                <a:ext cx="184538" cy="207108"/>
              </a:xfrm>
              <a:prstGeom prst="rect">
                <a:avLst/>
              </a:prstGeom>
              <a:blipFill>
                <a:blip r:embed="rId16"/>
                <a:stretch>
                  <a:fillRect l="-20000" r="-13333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779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DD603E4-0C6E-6231-1206-439E8511CB7F}"/>
              </a:ext>
            </a:extLst>
          </p:cNvPr>
          <p:cNvGrpSpPr/>
          <p:nvPr/>
        </p:nvGrpSpPr>
        <p:grpSpPr>
          <a:xfrm rot="16200000">
            <a:off x="4345648" y="2385022"/>
            <a:ext cx="554957" cy="180000"/>
            <a:chOff x="2224309" y="1762688"/>
            <a:chExt cx="554957" cy="180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B10CA89-18F8-F659-9ADA-4B44E7A6B36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24309" y="1762688"/>
              <a:ext cx="180000" cy="180000"/>
              <a:chOff x="708025" y="1311275"/>
              <a:chExt cx="914400" cy="914400"/>
            </a:xfrm>
          </p:grpSpPr>
          <p:sp>
            <p:nvSpPr>
              <p:cNvPr id="10" name="Arc 9">
                <a:extLst>
                  <a:ext uri="{FF2B5EF4-FFF2-40B4-BE49-F238E27FC236}">
                    <a16:creationId xmlns:a16="http://schemas.microsoft.com/office/drawing/2014/main" id="{9366B682-72B9-AF4A-DBCD-00D8C57EF27A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Arc 10">
                <a:extLst>
                  <a:ext uri="{FF2B5EF4-FFF2-40B4-BE49-F238E27FC236}">
                    <a16:creationId xmlns:a16="http://schemas.microsoft.com/office/drawing/2014/main" id="{96DDE448-3F27-A82C-F90B-7961A56D7EF7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B3E2576-C290-3B92-7CF6-939D1176CAB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10137" y="1762688"/>
              <a:ext cx="180000" cy="180000"/>
              <a:chOff x="708025" y="1311275"/>
              <a:chExt cx="914400" cy="914400"/>
            </a:xfrm>
          </p:grpSpPr>
          <p:sp>
            <p:nvSpPr>
              <p:cNvPr id="8" name="Arc 7">
                <a:extLst>
                  <a:ext uri="{FF2B5EF4-FFF2-40B4-BE49-F238E27FC236}">
                    <a16:creationId xmlns:a16="http://schemas.microsoft.com/office/drawing/2014/main" id="{22D16BAD-4626-3274-27CE-4202F2B63D01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Arc 8">
                <a:extLst>
                  <a:ext uri="{FF2B5EF4-FFF2-40B4-BE49-F238E27FC236}">
                    <a16:creationId xmlns:a16="http://schemas.microsoft.com/office/drawing/2014/main" id="{90095CDB-7B73-27E6-1EE9-6E0D37420324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226EEA9-6CBF-E028-AD78-A2A8CE36B5A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99266" y="1762688"/>
              <a:ext cx="180000" cy="180000"/>
              <a:chOff x="708025" y="1311275"/>
              <a:chExt cx="914400" cy="914400"/>
            </a:xfrm>
          </p:grpSpPr>
          <p:sp>
            <p:nvSpPr>
              <p:cNvPr id="6" name="Arc 5">
                <a:extLst>
                  <a:ext uri="{FF2B5EF4-FFF2-40B4-BE49-F238E27FC236}">
                    <a16:creationId xmlns:a16="http://schemas.microsoft.com/office/drawing/2014/main" id="{CB563663-B812-C15E-0F11-7885CC7D7933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Arc 6">
                <a:extLst>
                  <a:ext uri="{FF2B5EF4-FFF2-40B4-BE49-F238E27FC236}">
                    <a16:creationId xmlns:a16="http://schemas.microsoft.com/office/drawing/2014/main" id="{21646921-63A8-9BE7-5C9A-B2C5A8B95877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2C6C4310-0133-FEB9-CD0E-20116AA5C4F5}"/>
              </a:ext>
            </a:extLst>
          </p:cNvPr>
          <p:cNvSpPr/>
          <p:nvPr/>
        </p:nvSpPr>
        <p:spPr>
          <a:xfrm>
            <a:off x="4534751" y="2109672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999DDB7-D27E-B49B-6673-5672442649E5}"/>
              </a:ext>
            </a:extLst>
          </p:cNvPr>
          <p:cNvCxnSpPr>
            <a:stCxn id="6" idx="2"/>
          </p:cNvCxnSpPr>
          <p:nvPr/>
        </p:nvCxnSpPr>
        <p:spPr>
          <a:xfrm flipV="1">
            <a:off x="4623127" y="1852993"/>
            <a:ext cx="0" cy="344550"/>
          </a:xfrm>
          <a:prstGeom prst="line">
            <a:avLst/>
          </a:prstGeom>
          <a:ln>
            <a:solidFill>
              <a:srgbClr val="FF000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514315-2666-B664-2B54-66AAC257F48A}"/>
              </a:ext>
            </a:extLst>
          </p:cNvPr>
          <p:cNvCxnSpPr/>
          <p:nvPr/>
        </p:nvCxnSpPr>
        <p:spPr>
          <a:xfrm flipH="1">
            <a:off x="4609047" y="2752500"/>
            <a:ext cx="8211" cy="358652"/>
          </a:xfrm>
          <a:prstGeom prst="line">
            <a:avLst/>
          </a:prstGeom>
          <a:ln>
            <a:solidFill>
              <a:srgbClr val="FF000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9D18D7-BDC0-1D73-9AF2-E1E71BF39F86}"/>
              </a:ext>
            </a:extLst>
          </p:cNvPr>
          <p:cNvGrpSpPr/>
          <p:nvPr/>
        </p:nvGrpSpPr>
        <p:grpSpPr>
          <a:xfrm rot="16200000">
            <a:off x="4889620" y="2385026"/>
            <a:ext cx="554957" cy="180000"/>
            <a:chOff x="2224309" y="1762688"/>
            <a:chExt cx="554957" cy="18000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00360B4-460E-7AA4-AEB2-C63FAA59FE4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24309" y="1762688"/>
              <a:ext cx="180000" cy="180000"/>
              <a:chOff x="708025" y="1311275"/>
              <a:chExt cx="914400" cy="914400"/>
            </a:xfrm>
          </p:grpSpPr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96B4000F-3CC1-C61A-282E-4533DD371D53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Arc 23">
                <a:extLst>
                  <a:ext uri="{FF2B5EF4-FFF2-40B4-BE49-F238E27FC236}">
                    <a16:creationId xmlns:a16="http://schemas.microsoft.com/office/drawing/2014/main" id="{5B4D7ACD-AAF3-F801-D5F6-98203155AB45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1CE0F08-2926-76EE-6312-CF1D3D6FF3B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10137" y="1762688"/>
              <a:ext cx="180000" cy="180000"/>
              <a:chOff x="708025" y="1311275"/>
              <a:chExt cx="914400" cy="914400"/>
            </a:xfrm>
          </p:grpSpPr>
          <p:sp>
            <p:nvSpPr>
              <p:cNvPr id="21" name="Arc 20">
                <a:extLst>
                  <a:ext uri="{FF2B5EF4-FFF2-40B4-BE49-F238E27FC236}">
                    <a16:creationId xmlns:a16="http://schemas.microsoft.com/office/drawing/2014/main" id="{067CA632-908B-A788-5966-072151BDBBB6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74FCBA07-DAD3-1DE4-CFA7-D87D3DFA42E1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D8B23B9-945D-7BF3-DDF4-0F8B9F952B8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99266" y="1762688"/>
              <a:ext cx="180000" cy="180000"/>
              <a:chOff x="708025" y="1311275"/>
              <a:chExt cx="914400" cy="914400"/>
            </a:xfrm>
          </p:grpSpPr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A1E6C22B-B382-DCB8-ADED-38D6910BEC0C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CFA090A1-F071-4E57-6151-999D60B2A855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4BC5130E-9335-DCB3-9FA2-6890BF63337C}"/>
              </a:ext>
            </a:extLst>
          </p:cNvPr>
          <p:cNvSpPr/>
          <p:nvPr/>
        </p:nvSpPr>
        <p:spPr>
          <a:xfrm>
            <a:off x="5078723" y="2109676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171EDDD-31E9-724A-D4AF-4B70E37FA434}"/>
              </a:ext>
            </a:extLst>
          </p:cNvPr>
          <p:cNvCxnSpPr>
            <a:stCxn id="19" idx="2"/>
          </p:cNvCxnSpPr>
          <p:nvPr/>
        </p:nvCxnSpPr>
        <p:spPr>
          <a:xfrm flipV="1">
            <a:off x="5167099" y="1852997"/>
            <a:ext cx="0" cy="344550"/>
          </a:xfrm>
          <a:prstGeom prst="line">
            <a:avLst/>
          </a:prstGeom>
          <a:ln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6A273A4-4B58-8033-0A57-BBCE17094E74}"/>
              </a:ext>
            </a:extLst>
          </p:cNvPr>
          <p:cNvCxnSpPr/>
          <p:nvPr/>
        </p:nvCxnSpPr>
        <p:spPr>
          <a:xfrm flipH="1">
            <a:off x="5153019" y="2752504"/>
            <a:ext cx="8211" cy="358652"/>
          </a:xfrm>
          <a:prstGeom prst="line">
            <a:avLst/>
          </a:prstGeom>
          <a:ln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4F01C65-FD76-C808-A5EE-4D78CC7B7F99}"/>
              </a:ext>
            </a:extLst>
          </p:cNvPr>
          <p:cNvGrpSpPr/>
          <p:nvPr/>
        </p:nvGrpSpPr>
        <p:grpSpPr>
          <a:xfrm rot="16200000">
            <a:off x="5434983" y="2379542"/>
            <a:ext cx="554957" cy="180000"/>
            <a:chOff x="2224309" y="1762688"/>
            <a:chExt cx="554957" cy="18000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8057473-9F80-0CD8-2D35-62E0E52410D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24309" y="1762688"/>
              <a:ext cx="180000" cy="180000"/>
              <a:chOff x="708025" y="1311275"/>
              <a:chExt cx="914400" cy="914400"/>
            </a:xfrm>
          </p:grpSpPr>
          <p:sp>
            <p:nvSpPr>
              <p:cNvPr id="36" name="Arc 35">
                <a:extLst>
                  <a:ext uri="{FF2B5EF4-FFF2-40B4-BE49-F238E27FC236}">
                    <a16:creationId xmlns:a16="http://schemas.microsoft.com/office/drawing/2014/main" id="{5A184DBF-06AC-0B35-71F0-48D3E309BD87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Arc 36">
                <a:extLst>
                  <a:ext uri="{FF2B5EF4-FFF2-40B4-BE49-F238E27FC236}">
                    <a16:creationId xmlns:a16="http://schemas.microsoft.com/office/drawing/2014/main" id="{685432FA-B772-D196-82FF-0C19CEBC033E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AB289F2-D914-692B-0A39-C3EFC957790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10137" y="1762688"/>
              <a:ext cx="180000" cy="180000"/>
              <a:chOff x="708025" y="1311275"/>
              <a:chExt cx="914400" cy="914400"/>
            </a:xfrm>
          </p:grpSpPr>
          <p:sp>
            <p:nvSpPr>
              <p:cNvPr id="34" name="Arc 33">
                <a:extLst>
                  <a:ext uri="{FF2B5EF4-FFF2-40B4-BE49-F238E27FC236}">
                    <a16:creationId xmlns:a16="http://schemas.microsoft.com/office/drawing/2014/main" id="{492A17E8-AF9E-C4B4-DB77-4ABFB5BE6D4C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Arc 34">
                <a:extLst>
                  <a:ext uri="{FF2B5EF4-FFF2-40B4-BE49-F238E27FC236}">
                    <a16:creationId xmlns:a16="http://schemas.microsoft.com/office/drawing/2014/main" id="{C869D2BF-A9AA-7AED-1AC8-4B7D774F2E25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E5DA8CE-9120-2A67-B458-1B3F1A5AE65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99266" y="1762688"/>
              <a:ext cx="180000" cy="180000"/>
              <a:chOff x="708025" y="1311275"/>
              <a:chExt cx="914400" cy="914400"/>
            </a:xfrm>
          </p:grpSpPr>
          <p:sp>
            <p:nvSpPr>
              <p:cNvPr id="32" name="Arc 31">
                <a:extLst>
                  <a:ext uri="{FF2B5EF4-FFF2-40B4-BE49-F238E27FC236}">
                    <a16:creationId xmlns:a16="http://schemas.microsoft.com/office/drawing/2014/main" id="{8C27DC0B-D0F3-47C2-188B-DB96306B612F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Arc 32">
                <a:extLst>
                  <a:ext uri="{FF2B5EF4-FFF2-40B4-BE49-F238E27FC236}">
                    <a16:creationId xmlns:a16="http://schemas.microsoft.com/office/drawing/2014/main" id="{5A917BF4-FC8B-7EDA-1AD7-7E18DC64C56B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5597FDD2-E76C-DB28-FBF0-97068E93CC03}"/>
              </a:ext>
            </a:extLst>
          </p:cNvPr>
          <p:cNvSpPr/>
          <p:nvPr/>
        </p:nvSpPr>
        <p:spPr>
          <a:xfrm>
            <a:off x="5624086" y="2104192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CA1F1BA-185D-B29B-FE93-B3836E262C36}"/>
              </a:ext>
            </a:extLst>
          </p:cNvPr>
          <p:cNvCxnSpPr>
            <a:stCxn id="32" idx="2"/>
          </p:cNvCxnSpPr>
          <p:nvPr/>
        </p:nvCxnSpPr>
        <p:spPr>
          <a:xfrm flipV="1">
            <a:off x="5712462" y="1847513"/>
            <a:ext cx="0" cy="344550"/>
          </a:xfrm>
          <a:prstGeom prst="line">
            <a:avLst/>
          </a:prstGeom>
          <a:ln>
            <a:solidFill>
              <a:srgbClr val="0432FF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6F586C7-A13F-4F1B-96F0-3F289F21D968}"/>
              </a:ext>
            </a:extLst>
          </p:cNvPr>
          <p:cNvCxnSpPr/>
          <p:nvPr/>
        </p:nvCxnSpPr>
        <p:spPr>
          <a:xfrm flipH="1">
            <a:off x="5698382" y="2747020"/>
            <a:ext cx="8211" cy="358652"/>
          </a:xfrm>
          <a:prstGeom prst="line">
            <a:avLst/>
          </a:prstGeom>
          <a:ln>
            <a:solidFill>
              <a:srgbClr val="0432FF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3BC3FBC-9930-25BD-1EC8-1C56772D58C2}"/>
              </a:ext>
            </a:extLst>
          </p:cNvPr>
          <p:cNvSpPr txBox="1"/>
          <p:nvPr/>
        </p:nvSpPr>
        <p:spPr>
          <a:xfrm>
            <a:off x="4468690" y="1593455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48B0E53-9934-F9A3-2299-ECA6912D022E}"/>
              </a:ext>
            </a:extLst>
          </p:cNvPr>
          <p:cNvSpPr txBox="1"/>
          <p:nvPr/>
        </p:nvSpPr>
        <p:spPr>
          <a:xfrm>
            <a:off x="4991461" y="1597613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E8F4D5-BA11-7A28-D2CA-D5AC7AB4A6CC}"/>
              </a:ext>
            </a:extLst>
          </p:cNvPr>
          <p:cNvSpPr txBox="1"/>
          <p:nvPr/>
        </p:nvSpPr>
        <p:spPr>
          <a:xfrm>
            <a:off x="5539602" y="1595177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H3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C5E00F9-47A7-26EF-24EA-4A678ADFFE59}"/>
              </a:ext>
            </a:extLst>
          </p:cNvPr>
          <p:cNvGrpSpPr/>
          <p:nvPr/>
        </p:nvGrpSpPr>
        <p:grpSpPr>
          <a:xfrm rot="16200000">
            <a:off x="6147446" y="2392961"/>
            <a:ext cx="554957" cy="180000"/>
            <a:chOff x="2224309" y="1762688"/>
            <a:chExt cx="554957" cy="18000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7F701A88-6369-5435-7750-E6F657B8E4A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24309" y="1762688"/>
              <a:ext cx="180000" cy="180000"/>
              <a:chOff x="708025" y="1311275"/>
              <a:chExt cx="914400" cy="914400"/>
            </a:xfrm>
          </p:grpSpPr>
          <p:sp>
            <p:nvSpPr>
              <p:cNvPr id="55" name="Arc 54">
                <a:extLst>
                  <a:ext uri="{FF2B5EF4-FFF2-40B4-BE49-F238E27FC236}">
                    <a16:creationId xmlns:a16="http://schemas.microsoft.com/office/drawing/2014/main" id="{D7E319FD-3940-5B9D-8629-C4B7848FD5C0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Arc 55">
                <a:extLst>
                  <a:ext uri="{FF2B5EF4-FFF2-40B4-BE49-F238E27FC236}">
                    <a16:creationId xmlns:a16="http://schemas.microsoft.com/office/drawing/2014/main" id="{DAFA1930-A69E-BC05-3A3C-5217C6D6960D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EDCD8F3B-D6C6-AEEE-48D5-3001CDDDCC8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10137" y="1762688"/>
              <a:ext cx="180000" cy="180000"/>
              <a:chOff x="708025" y="1311275"/>
              <a:chExt cx="914400" cy="914400"/>
            </a:xfrm>
          </p:grpSpPr>
          <p:sp>
            <p:nvSpPr>
              <p:cNvPr id="53" name="Arc 52">
                <a:extLst>
                  <a:ext uri="{FF2B5EF4-FFF2-40B4-BE49-F238E27FC236}">
                    <a16:creationId xmlns:a16="http://schemas.microsoft.com/office/drawing/2014/main" id="{288987D4-62C5-7815-4682-4465D664152B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Arc 53">
                <a:extLst>
                  <a:ext uri="{FF2B5EF4-FFF2-40B4-BE49-F238E27FC236}">
                    <a16:creationId xmlns:a16="http://schemas.microsoft.com/office/drawing/2014/main" id="{3431ABEE-D228-516F-E13E-DEDCB86164AA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55AA5BB1-28CA-9139-AC84-6BDEC9C9976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99266" y="1762688"/>
              <a:ext cx="180000" cy="180000"/>
              <a:chOff x="708025" y="1311275"/>
              <a:chExt cx="914400" cy="914400"/>
            </a:xfrm>
          </p:grpSpPr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C75A3A1D-77DF-FE99-6CA5-C178D64302FC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Arc 51">
                <a:extLst>
                  <a:ext uri="{FF2B5EF4-FFF2-40B4-BE49-F238E27FC236}">
                    <a16:creationId xmlns:a16="http://schemas.microsoft.com/office/drawing/2014/main" id="{1836EF87-E1AA-0CBB-60B9-BD60EC0E1142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57" name="Oval 56">
            <a:extLst>
              <a:ext uri="{FF2B5EF4-FFF2-40B4-BE49-F238E27FC236}">
                <a16:creationId xmlns:a16="http://schemas.microsoft.com/office/drawing/2014/main" id="{9808514D-D78E-5CAA-D77E-EF6C55B55D54}"/>
              </a:ext>
            </a:extLst>
          </p:cNvPr>
          <p:cNvSpPr/>
          <p:nvPr/>
        </p:nvSpPr>
        <p:spPr>
          <a:xfrm>
            <a:off x="6336549" y="2117611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24CD4FA-AB69-6BBF-30D0-0BDE9100DC52}"/>
              </a:ext>
            </a:extLst>
          </p:cNvPr>
          <p:cNvCxnSpPr>
            <a:stCxn id="51" idx="2"/>
          </p:cNvCxnSpPr>
          <p:nvPr/>
        </p:nvCxnSpPr>
        <p:spPr>
          <a:xfrm flipV="1">
            <a:off x="6424925" y="1860932"/>
            <a:ext cx="0" cy="344550"/>
          </a:xfrm>
          <a:prstGeom prst="line">
            <a:avLst/>
          </a:prstGeom>
          <a:ln>
            <a:solidFill>
              <a:srgbClr val="FF000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FDEFA10-93DE-9FDF-ECF9-12D5FAF5AF5E}"/>
              </a:ext>
            </a:extLst>
          </p:cNvPr>
          <p:cNvCxnSpPr/>
          <p:nvPr/>
        </p:nvCxnSpPr>
        <p:spPr>
          <a:xfrm flipH="1">
            <a:off x="6410845" y="2760439"/>
            <a:ext cx="8211" cy="358652"/>
          </a:xfrm>
          <a:prstGeom prst="line">
            <a:avLst/>
          </a:prstGeom>
          <a:ln>
            <a:solidFill>
              <a:srgbClr val="FF000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16E44C7-7B06-BD83-5B05-87354FA32A7D}"/>
              </a:ext>
            </a:extLst>
          </p:cNvPr>
          <p:cNvGrpSpPr/>
          <p:nvPr/>
        </p:nvGrpSpPr>
        <p:grpSpPr>
          <a:xfrm rot="16200000">
            <a:off x="6691418" y="2392965"/>
            <a:ext cx="554957" cy="180000"/>
            <a:chOff x="2224309" y="1762688"/>
            <a:chExt cx="554957" cy="180000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2396B5AC-DE26-5D50-AC00-963618DB7D6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24309" y="1762688"/>
              <a:ext cx="180000" cy="180000"/>
              <a:chOff x="708025" y="1311275"/>
              <a:chExt cx="914400" cy="914400"/>
            </a:xfrm>
          </p:grpSpPr>
          <p:sp>
            <p:nvSpPr>
              <p:cNvPr id="68" name="Arc 67">
                <a:extLst>
                  <a:ext uri="{FF2B5EF4-FFF2-40B4-BE49-F238E27FC236}">
                    <a16:creationId xmlns:a16="http://schemas.microsoft.com/office/drawing/2014/main" id="{83701A34-9528-220E-6A4C-ECB37182794A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Arc 68">
                <a:extLst>
                  <a:ext uri="{FF2B5EF4-FFF2-40B4-BE49-F238E27FC236}">
                    <a16:creationId xmlns:a16="http://schemas.microsoft.com/office/drawing/2014/main" id="{D9460904-3185-71DE-DD5E-59CA13974407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FBB20166-2CC3-BE4C-F611-558A46CAFDE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10137" y="1762688"/>
              <a:ext cx="180000" cy="180000"/>
              <a:chOff x="708025" y="1311275"/>
              <a:chExt cx="914400" cy="914400"/>
            </a:xfrm>
          </p:grpSpPr>
          <p:sp>
            <p:nvSpPr>
              <p:cNvPr id="66" name="Arc 65">
                <a:extLst>
                  <a:ext uri="{FF2B5EF4-FFF2-40B4-BE49-F238E27FC236}">
                    <a16:creationId xmlns:a16="http://schemas.microsoft.com/office/drawing/2014/main" id="{561AB7C4-2C1C-3788-EB3A-146B0C9F2226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Arc 66">
                <a:extLst>
                  <a:ext uri="{FF2B5EF4-FFF2-40B4-BE49-F238E27FC236}">
                    <a16:creationId xmlns:a16="http://schemas.microsoft.com/office/drawing/2014/main" id="{20F8A165-0690-592E-160C-452C071DCBE5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FDFF5E73-7549-625B-7A37-53D663099E1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99266" y="1762688"/>
              <a:ext cx="180000" cy="180000"/>
              <a:chOff x="708025" y="1311275"/>
              <a:chExt cx="914400" cy="914400"/>
            </a:xfrm>
          </p:grpSpPr>
          <p:sp>
            <p:nvSpPr>
              <p:cNvPr id="64" name="Arc 63">
                <a:extLst>
                  <a:ext uri="{FF2B5EF4-FFF2-40B4-BE49-F238E27FC236}">
                    <a16:creationId xmlns:a16="http://schemas.microsoft.com/office/drawing/2014/main" id="{80346544-A121-7588-D3BB-025859CA3AED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Arc 64">
                <a:extLst>
                  <a:ext uri="{FF2B5EF4-FFF2-40B4-BE49-F238E27FC236}">
                    <a16:creationId xmlns:a16="http://schemas.microsoft.com/office/drawing/2014/main" id="{AE0BCF39-3859-6524-2D9E-F7F13644C9B0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70" name="Oval 69">
            <a:extLst>
              <a:ext uri="{FF2B5EF4-FFF2-40B4-BE49-F238E27FC236}">
                <a16:creationId xmlns:a16="http://schemas.microsoft.com/office/drawing/2014/main" id="{CD6F273E-5195-8AB9-53F9-F6EDC4428898}"/>
              </a:ext>
            </a:extLst>
          </p:cNvPr>
          <p:cNvSpPr/>
          <p:nvPr/>
        </p:nvSpPr>
        <p:spPr>
          <a:xfrm>
            <a:off x="6880521" y="2117615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7B26C56-1D21-94B3-BDFC-8C8F51F62642}"/>
              </a:ext>
            </a:extLst>
          </p:cNvPr>
          <p:cNvCxnSpPr>
            <a:stCxn id="64" idx="2"/>
          </p:cNvCxnSpPr>
          <p:nvPr/>
        </p:nvCxnSpPr>
        <p:spPr>
          <a:xfrm flipV="1">
            <a:off x="6968897" y="1860936"/>
            <a:ext cx="0" cy="344550"/>
          </a:xfrm>
          <a:prstGeom prst="line">
            <a:avLst/>
          </a:prstGeom>
          <a:ln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9EED3F2-48A2-015A-46E2-8A5615DD43B7}"/>
              </a:ext>
            </a:extLst>
          </p:cNvPr>
          <p:cNvCxnSpPr/>
          <p:nvPr/>
        </p:nvCxnSpPr>
        <p:spPr>
          <a:xfrm flipH="1">
            <a:off x="6954817" y="2760443"/>
            <a:ext cx="8211" cy="358652"/>
          </a:xfrm>
          <a:prstGeom prst="line">
            <a:avLst/>
          </a:prstGeom>
          <a:ln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8F01404-1495-51AA-B34F-C74D8A3793BA}"/>
              </a:ext>
            </a:extLst>
          </p:cNvPr>
          <p:cNvGrpSpPr/>
          <p:nvPr/>
        </p:nvGrpSpPr>
        <p:grpSpPr>
          <a:xfrm rot="16200000">
            <a:off x="7236781" y="2387481"/>
            <a:ext cx="554957" cy="180000"/>
            <a:chOff x="2224309" y="1762688"/>
            <a:chExt cx="554957" cy="180000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8495AC07-53ED-8A8D-D3E6-FE0508F7530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24309" y="1762688"/>
              <a:ext cx="180000" cy="180000"/>
              <a:chOff x="708025" y="1311275"/>
              <a:chExt cx="914400" cy="914400"/>
            </a:xfrm>
          </p:grpSpPr>
          <p:sp>
            <p:nvSpPr>
              <p:cNvPr id="81" name="Arc 80">
                <a:extLst>
                  <a:ext uri="{FF2B5EF4-FFF2-40B4-BE49-F238E27FC236}">
                    <a16:creationId xmlns:a16="http://schemas.microsoft.com/office/drawing/2014/main" id="{EB496C97-B715-1D8E-8405-416B8A6B8CD9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Arc 81">
                <a:extLst>
                  <a:ext uri="{FF2B5EF4-FFF2-40B4-BE49-F238E27FC236}">
                    <a16:creationId xmlns:a16="http://schemas.microsoft.com/office/drawing/2014/main" id="{090C0DB9-6E4A-C969-CA06-2487F77B23B1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A46C2955-2D92-3AA3-CC5F-563C86F5E92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10137" y="1762688"/>
              <a:ext cx="180000" cy="180000"/>
              <a:chOff x="708025" y="1311275"/>
              <a:chExt cx="914400" cy="914400"/>
            </a:xfrm>
          </p:grpSpPr>
          <p:sp>
            <p:nvSpPr>
              <p:cNvPr id="79" name="Arc 78">
                <a:extLst>
                  <a:ext uri="{FF2B5EF4-FFF2-40B4-BE49-F238E27FC236}">
                    <a16:creationId xmlns:a16="http://schemas.microsoft.com/office/drawing/2014/main" id="{D14EF6CF-6AA5-4770-8A01-4D3CC50B30D6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Arc 79">
                <a:extLst>
                  <a:ext uri="{FF2B5EF4-FFF2-40B4-BE49-F238E27FC236}">
                    <a16:creationId xmlns:a16="http://schemas.microsoft.com/office/drawing/2014/main" id="{19F623AD-3AF5-7E27-911B-D305B96DF40F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CADCB39B-832C-A44A-069F-F14ABB694C1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99266" y="1762688"/>
              <a:ext cx="180000" cy="180000"/>
              <a:chOff x="708025" y="1311275"/>
              <a:chExt cx="914400" cy="914400"/>
            </a:xfrm>
          </p:grpSpPr>
          <p:sp>
            <p:nvSpPr>
              <p:cNvPr id="77" name="Arc 76">
                <a:extLst>
                  <a:ext uri="{FF2B5EF4-FFF2-40B4-BE49-F238E27FC236}">
                    <a16:creationId xmlns:a16="http://schemas.microsoft.com/office/drawing/2014/main" id="{1747A6F1-C1E5-3DAE-2979-53D3308D3E35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Arc 77">
                <a:extLst>
                  <a:ext uri="{FF2B5EF4-FFF2-40B4-BE49-F238E27FC236}">
                    <a16:creationId xmlns:a16="http://schemas.microsoft.com/office/drawing/2014/main" id="{D1FE6300-51A5-FE62-2DF1-A43742200F77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83" name="Oval 82">
            <a:extLst>
              <a:ext uri="{FF2B5EF4-FFF2-40B4-BE49-F238E27FC236}">
                <a16:creationId xmlns:a16="http://schemas.microsoft.com/office/drawing/2014/main" id="{4C78AE05-DD62-E25A-57B3-18A4C8146F5D}"/>
              </a:ext>
            </a:extLst>
          </p:cNvPr>
          <p:cNvSpPr/>
          <p:nvPr/>
        </p:nvSpPr>
        <p:spPr>
          <a:xfrm>
            <a:off x="7425884" y="2112131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4C0BC1DA-A0BA-F936-5E2E-A5835DC5E8D4}"/>
              </a:ext>
            </a:extLst>
          </p:cNvPr>
          <p:cNvCxnSpPr>
            <a:stCxn id="77" idx="2"/>
          </p:cNvCxnSpPr>
          <p:nvPr/>
        </p:nvCxnSpPr>
        <p:spPr>
          <a:xfrm flipV="1">
            <a:off x="7514260" y="1855452"/>
            <a:ext cx="0" cy="344550"/>
          </a:xfrm>
          <a:prstGeom prst="line">
            <a:avLst/>
          </a:prstGeom>
          <a:ln>
            <a:solidFill>
              <a:srgbClr val="0432FF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BB2F749A-EB5A-540A-BCDA-2DE63D1B08D4}"/>
              </a:ext>
            </a:extLst>
          </p:cNvPr>
          <p:cNvCxnSpPr/>
          <p:nvPr/>
        </p:nvCxnSpPr>
        <p:spPr>
          <a:xfrm flipH="1">
            <a:off x="7500180" y="2754959"/>
            <a:ext cx="8211" cy="358652"/>
          </a:xfrm>
          <a:prstGeom prst="line">
            <a:avLst/>
          </a:prstGeom>
          <a:ln>
            <a:solidFill>
              <a:srgbClr val="0432FF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27630386-14B9-1D5C-EB96-09D9A4F2F9F1}"/>
              </a:ext>
            </a:extLst>
          </p:cNvPr>
          <p:cNvSpPr txBox="1"/>
          <p:nvPr/>
        </p:nvSpPr>
        <p:spPr>
          <a:xfrm>
            <a:off x="6257825" y="1592775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4D3EDD6-A42A-B363-FF92-C65F586602EE}"/>
              </a:ext>
            </a:extLst>
          </p:cNvPr>
          <p:cNvSpPr txBox="1"/>
          <p:nvPr/>
        </p:nvSpPr>
        <p:spPr>
          <a:xfrm>
            <a:off x="6780596" y="1596933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2667635-BAF5-1413-2A30-F35F62A50C0B}"/>
              </a:ext>
            </a:extLst>
          </p:cNvPr>
          <p:cNvSpPr txBox="1"/>
          <p:nvPr/>
        </p:nvSpPr>
        <p:spPr>
          <a:xfrm>
            <a:off x="7338080" y="1592775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X3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BED0CD8-F18E-A56D-8432-917F58FA0F0B}"/>
              </a:ext>
            </a:extLst>
          </p:cNvPr>
          <p:cNvCxnSpPr>
            <a:cxnSpLocks/>
          </p:cNvCxnSpPr>
          <p:nvPr/>
        </p:nvCxnSpPr>
        <p:spPr>
          <a:xfrm flipH="1">
            <a:off x="6419056" y="3113611"/>
            <a:ext cx="1488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3EC0CFF6-29AE-C661-700C-BCD5688ABE1D}"/>
              </a:ext>
            </a:extLst>
          </p:cNvPr>
          <p:cNvCxnSpPr>
            <a:cxnSpLocks/>
          </p:cNvCxnSpPr>
          <p:nvPr/>
        </p:nvCxnSpPr>
        <p:spPr>
          <a:xfrm flipV="1">
            <a:off x="7892412" y="1860931"/>
            <a:ext cx="0" cy="1260619"/>
          </a:xfrm>
          <a:prstGeom prst="line">
            <a:avLst/>
          </a:prstGeom>
          <a:ln>
            <a:solidFill>
              <a:schemeClr val="tx1"/>
            </a:solidFill>
            <a:prstDash val="sysDash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838521E0-4790-C53F-C260-0318112E4A4A}"/>
              </a:ext>
            </a:extLst>
          </p:cNvPr>
          <p:cNvSpPr txBox="1"/>
          <p:nvPr/>
        </p:nvSpPr>
        <p:spPr>
          <a:xfrm>
            <a:off x="7780208" y="1583932"/>
            <a:ext cx="2126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C12AC57D-6624-843E-F52C-708D7D8C97C2}"/>
                  </a:ext>
                </a:extLst>
              </p:cNvPr>
              <p:cNvSpPr txBox="1"/>
              <p:nvPr/>
            </p:nvSpPr>
            <p:spPr>
              <a:xfrm>
                <a:off x="4702802" y="4951937"/>
                <a:ext cx="724622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𝐿𝐿</m:t>
                          </m:r>
                          <m:r>
                            <a:rPr lang="en-CA" sz="12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sz="12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CA" sz="12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12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CA" sz="1200" b="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C12AC57D-6624-843E-F52C-708D7D8C9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2802" y="4951937"/>
                <a:ext cx="724622" cy="207108"/>
              </a:xfrm>
              <a:prstGeom prst="rect">
                <a:avLst/>
              </a:prstGeom>
              <a:blipFill>
                <a:blip r:embed="rId2"/>
                <a:stretch>
                  <a:fillRect l="-3448" r="-1724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9" name="Group 168">
            <a:extLst>
              <a:ext uri="{FF2B5EF4-FFF2-40B4-BE49-F238E27FC236}">
                <a16:creationId xmlns:a16="http://schemas.microsoft.com/office/drawing/2014/main" id="{96182364-6868-C0C8-A36C-BB906B6F9A3C}"/>
              </a:ext>
            </a:extLst>
          </p:cNvPr>
          <p:cNvGrpSpPr/>
          <p:nvPr/>
        </p:nvGrpSpPr>
        <p:grpSpPr>
          <a:xfrm>
            <a:off x="5142491" y="1847322"/>
            <a:ext cx="559899" cy="1258159"/>
            <a:chOff x="3004730" y="3362616"/>
            <a:chExt cx="559899" cy="1258159"/>
          </a:xfrm>
        </p:grpSpPr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D65630A7-C3C7-723F-A67D-94025EDE6993}"/>
                </a:ext>
              </a:extLst>
            </p:cNvPr>
            <p:cNvCxnSpPr>
              <a:cxnSpLocks/>
            </p:cNvCxnSpPr>
            <p:nvPr/>
          </p:nvCxnSpPr>
          <p:spPr>
            <a:xfrm>
              <a:off x="3004730" y="4620775"/>
              <a:ext cx="23955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2A7C1D97-258C-EA3D-8CC9-644FBBB2170C}"/>
                </a:ext>
              </a:extLst>
            </p:cNvPr>
            <p:cNvCxnSpPr/>
            <p:nvPr/>
          </p:nvCxnSpPr>
          <p:spPr>
            <a:xfrm flipV="1">
              <a:off x="3244281" y="3362616"/>
              <a:ext cx="10947" cy="12581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731D4506-5651-C91D-42CF-85F4DB4950FE}"/>
                </a:ext>
              </a:extLst>
            </p:cNvPr>
            <p:cNvCxnSpPr>
              <a:cxnSpLocks/>
            </p:cNvCxnSpPr>
            <p:nvPr/>
          </p:nvCxnSpPr>
          <p:spPr>
            <a:xfrm>
              <a:off x="3244281" y="3362616"/>
              <a:ext cx="32034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B13A8524-AEBD-E8E6-DE77-E6554FB01A0C}"/>
              </a:ext>
            </a:extLst>
          </p:cNvPr>
          <p:cNvGrpSpPr/>
          <p:nvPr/>
        </p:nvGrpSpPr>
        <p:grpSpPr>
          <a:xfrm>
            <a:off x="4625352" y="1852993"/>
            <a:ext cx="559899" cy="1258159"/>
            <a:chOff x="3004730" y="3362616"/>
            <a:chExt cx="559899" cy="1258159"/>
          </a:xfrm>
        </p:grpSpPr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58EEAC83-9E46-6797-9F97-8673E7D76C02}"/>
                </a:ext>
              </a:extLst>
            </p:cNvPr>
            <p:cNvCxnSpPr>
              <a:cxnSpLocks/>
            </p:cNvCxnSpPr>
            <p:nvPr/>
          </p:nvCxnSpPr>
          <p:spPr>
            <a:xfrm>
              <a:off x="3004730" y="4620775"/>
              <a:ext cx="23955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048E6A48-F9F2-CD0E-3A6E-84E5AE3E1615}"/>
                </a:ext>
              </a:extLst>
            </p:cNvPr>
            <p:cNvCxnSpPr/>
            <p:nvPr/>
          </p:nvCxnSpPr>
          <p:spPr>
            <a:xfrm flipV="1">
              <a:off x="3244281" y="3362616"/>
              <a:ext cx="10947" cy="12581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E54A8747-38BB-1155-D038-0E092EAC7D27}"/>
                </a:ext>
              </a:extLst>
            </p:cNvPr>
            <p:cNvCxnSpPr>
              <a:cxnSpLocks/>
            </p:cNvCxnSpPr>
            <p:nvPr/>
          </p:nvCxnSpPr>
          <p:spPr>
            <a:xfrm>
              <a:off x="3244281" y="3362616"/>
              <a:ext cx="32034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2D4C8F55-5106-22AE-C9D5-8FC4B6721193}"/>
              </a:ext>
            </a:extLst>
          </p:cNvPr>
          <p:cNvGrpSpPr/>
          <p:nvPr/>
        </p:nvGrpSpPr>
        <p:grpSpPr>
          <a:xfrm>
            <a:off x="4271545" y="1855452"/>
            <a:ext cx="1427408" cy="1465305"/>
            <a:chOff x="648045" y="3329651"/>
            <a:chExt cx="1427408" cy="1465305"/>
          </a:xfrm>
        </p:grpSpPr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2FE3E1C5-74A1-9E82-8F6A-7FEBB75AA2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8045" y="4794956"/>
              <a:ext cx="142503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24C91493-E5CD-5782-91C1-C060B649E99D}"/>
                </a:ext>
              </a:extLst>
            </p:cNvPr>
            <p:cNvCxnSpPr/>
            <p:nvPr/>
          </p:nvCxnSpPr>
          <p:spPr>
            <a:xfrm flipV="1">
              <a:off x="648045" y="3329651"/>
              <a:ext cx="10947" cy="14653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8D42E30F-0D48-E4E9-303A-DEE2C540B946}"/>
                </a:ext>
              </a:extLst>
            </p:cNvPr>
            <p:cNvCxnSpPr>
              <a:cxnSpLocks/>
            </p:cNvCxnSpPr>
            <p:nvPr/>
          </p:nvCxnSpPr>
          <p:spPr>
            <a:xfrm>
              <a:off x="648045" y="3329651"/>
              <a:ext cx="32034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53EBD773-0351-3955-5F2F-23D9A5A2EA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2320" y="4578442"/>
              <a:ext cx="3133" cy="2165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5BD4BC38-29A9-A9A8-B79A-F458D544B02B}"/>
              </a:ext>
            </a:extLst>
          </p:cNvPr>
          <p:cNvSpPr txBox="1"/>
          <p:nvPr/>
        </p:nvSpPr>
        <p:spPr>
          <a:xfrm>
            <a:off x="6369707" y="436498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</a:t>
            </a:r>
          </a:p>
        </p:txBody>
      </p: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42E0DC59-A1A0-2BE8-F4CF-0C3AB5E8D9BC}"/>
              </a:ext>
            </a:extLst>
          </p:cNvPr>
          <p:cNvCxnSpPr/>
          <p:nvPr/>
        </p:nvCxnSpPr>
        <p:spPr>
          <a:xfrm>
            <a:off x="6911025" y="4225906"/>
            <a:ext cx="57661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D2D9CA16-3B43-1209-11A2-D561AABEAF55}"/>
              </a:ext>
            </a:extLst>
          </p:cNvPr>
          <p:cNvCxnSpPr>
            <a:cxnSpLocks/>
          </p:cNvCxnSpPr>
          <p:nvPr/>
        </p:nvCxnSpPr>
        <p:spPr>
          <a:xfrm rot="7200000">
            <a:off x="6484417" y="4475586"/>
            <a:ext cx="5766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4DA11C8D-D557-AC5B-F710-DEA563BEE32C}"/>
              </a:ext>
            </a:extLst>
          </p:cNvPr>
          <p:cNvCxnSpPr>
            <a:cxnSpLocks/>
          </p:cNvCxnSpPr>
          <p:nvPr/>
        </p:nvCxnSpPr>
        <p:spPr>
          <a:xfrm rot="14400000">
            <a:off x="6478567" y="3972196"/>
            <a:ext cx="576611" cy="0"/>
          </a:xfrm>
          <a:prstGeom prst="straightConnector1">
            <a:avLst/>
          </a:prstGeom>
          <a:ln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9EE00955-B811-444D-9E23-56556F1CB5EB}"/>
              </a:ext>
            </a:extLst>
          </p:cNvPr>
          <p:cNvSpPr txBox="1"/>
          <p:nvPr/>
        </p:nvSpPr>
        <p:spPr>
          <a:xfrm>
            <a:off x="7480113" y="4001523"/>
            <a:ext cx="372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00E513C9-391B-099F-0A57-19E9FE71B1AB}"/>
              </a:ext>
            </a:extLst>
          </p:cNvPr>
          <p:cNvSpPr txBox="1"/>
          <p:nvPr/>
        </p:nvSpPr>
        <p:spPr>
          <a:xfrm>
            <a:off x="6686253" y="3645106"/>
            <a:ext cx="372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X3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D0590999-497D-4032-CA0E-75D633D54B6B}"/>
              </a:ext>
            </a:extLst>
          </p:cNvPr>
          <p:cNvSpPr txBox="1"/>
          <p:nvPr/>
        </p:nvSpPr>
        <p:spPr>
          <a:xfrm>
            <a:off x="6867172" y="3990455"/>
            <a:ext cx="2952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5BCC693-DED3-6092-3EF9-174EF16E0A1A}"/>
              </a:ext>
            </a:extLst>
          </p:cNvPr>
          <p:cNvCxnSpPr>
            <a:cxnSpLocks/>
          </p:cNvCxnSpPr>
          <p:nvPr/>
        </p:nvCxnSpPr>
        <p:spPr>
          <a:xfrm flipV="1">
            <a:off x="6633593" y="4232228"/>
            <a:ext cx="812879" cy="463216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8B3E8F7-D0D7-1748-45C9-6BF2B73A88F1}"/>
                  </a:ext>
                </a:extLst>
              </p:cNvPr>
              <p:cNvSpPr txBox="1"/>
              <p:nvPr/>
            </p:nvSpPr>
            <p:spPr>
              <a:xfrm>
                <a:off x="6830733" y="4614736"/>
                <a:ext cx="1460143" cy="375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𝐿𝐿</m:t>
                          </m:r>
                          <m:r>
                            <a:rPr lang="en-CA" sz="12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sz="12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CA" sz="1200" b="0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sz="12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A" sz="12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CA" sz="12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CA" sz="12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sz="12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sSub>
                            <m:sSubPr>
                              <m:ctrlPr>
                                <a:rPr lang="en-CA" sz="12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CA" sz="12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CA" sz="12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CA" sz="12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CA" sz="12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CA" sz="1200" b="0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sz="12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CA" sz="1200" b="0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sz="1200" b="0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8B3E8F7-D0D7-1748-45C9-6BF2B73A8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0733" y="4614736"/>
                <a:ext cx="1460143" cy="375937"/>
              </a:xfrm>
              <a:prstGeom prst="rect">
                <a:avLst/>
              </a:prstGeom>
              <a:blipFill>
                <a:blip r:embed="rId3"/>
                <a:stretch>
                  <a:fillRect l="-2609" t="-9677" r="-3478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35350F8A-F000-230D-9FAC-5EFB8BDB1E1B}"/>
                  </a:ext>
                </a:extLst>
              </p:cNvPr>
              <p:cNvSpPr txBox="1"/>
              <p:nvPr/>
            </p:nvSpPr>
            <p:spPr>
              <a:xfrm>
                <a:off x="4616304" y="2380891"/>
                <a:ext cx="181332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35350F8A-F000-230D-9FAC-5EFB8BDB1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6304" y="2380891"/>
                <a:ext cx="181332" cy="207108"/>
              </a:xfrm>
              <a:prstGeom prst="rect">
                <a:avLst/>
              </a:prstGeom>
              <a:blipFill>
                <a:blip r:embed="rId4"/>
                <a:stretch>
                  <a:fillRect l="-20000" r="-13333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19577F0C-D794-37CA-1F33-77482B58287E}"/>
                  </a:ext>
                </a:extLst>
              </p:cNvPr>
              <p:cNvSpPr txBox="1"/>
              <p:nvPr/>
            </p:nvSpPr>
            <p:spPr>
              <a:xfrm>
                <a:off x="5141493" y="2380891"/>
                <a:ext cx="194156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19577F0C-D794-37CA-1F33-77482B582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1493" y="2380891"/>
                <a:ext cx="194156" cy="207108"/>
              </a:xfrm>
              <a:prstGeom prst="rect">
                <a:avLst/>
              </a:prstGeom>
              <a:blipFill>
                <a:blip r:embed="rId5"/>
                <a:stretch>
                  <a:fillRect l="-17647" r="-5882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D3612230-8C20-4CCA-A5D6-8764937DCD14}"/>
                  </a:ext>
                </a:extLst>
              </p:cNvPr>
              <p:cNvSpPr txBox="1"/>
              <p:nvPr/>
            </p:nvSpPr>
            <p:spPr>
              <a:xfrm>
                <a:off x="5701294" y="2380891"/>
                <a:ext cx="186461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D3612230-8C20-4CCA-A5D6-8764937DC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294" y="2380891"/>
                <a:ext cx="186461" cy="207108"/>
              </a:xfrm>
              <a:prstGeom prst="rect">
                <a:avLst/>
              </a:prstGeom>
              <a:blipFill>
                <a:blip r:embed="rId6"/>
                <a:stretch>
                  <a:fillRect l="-18750" r="-6250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21EA3F68-EDD8-4542-2BD8-72B8D6A31CC0}"/>
                  </a:ext>
                </a:extLst>
              </p:cNvPr>
              <p:cNvSpPr txBox="1"/>
              <p:nvPr/>
            </p:nvSpPr>
            <p:spPr>
              <a:xfrm>
                <a:off x="6414782" y="2377673"/>
                <a:ext cx="171906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21EA3F68-EDD8-4542-2BD8-72B8D6A31C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4782" y="2377673"/>
                <a:ext cx="171906" cy="207108"/>
              </a:xfrm>
              <a:prstGeom prst="rect">
                <a:avLst/>
              </a:prstGeom>
              <a:blipFill>
                <a:blip r:embed="rId7"/>
                <a:stretch>
                  <a:fillRect l="-13333" r="-6667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323F4C0E-F3B3-9886-1E5A-6C5A271557D8}"/>
                  </a:ext>
                </a:extLst>
              </p:cNvPr>
              <p:cNvSpPr txBox="1"/>
              <p:nvPr/>
            </p:nvSpPr>
            <p:spPr>
              <a:xfrm>
                <a:off x="6939971" y="2377673"/>
                <a:ext cx="184538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323F4C0E-F3B3-9886-1E5A-6C5A27155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9971" y="2377673"/>
                <a:ext cx="184538" cy="207108"/>
              </a:xfrm>
              <a:prstGeom prst="rect">
                <a:avLst/>
              </a:prstGeom>
              <a:blipFill>
                <a:blip r:embed="rId8"/>
                <a:stretch>
                  <a:fillRect l="-18750" r="-6250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07AAC303-61D6-E945-7A8D-B6C04E256526}"/>
                  </a:ext>
                </a:extLst>
              </p:cNvPr>
              <p:cNvSpPr txBox="1"/>
              <p:nvPr/>
            </p:nvSpPr>
            <p:spPr>
              <a:xfrm>
                <a:off x="7499772" y="2377673"/>
                <a:ext cx="158312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07AAC303-61D6-E945-7A8D-B6C04E256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9772" y="2377673"/>
                <a:ext cx="158312" cy="207108"/>
              </a:xfrm>
              <a:prstGeom prst="rect">
                <a:avLst/>
              </a:prstGeom>
              <a:blipFill>
                <a:blip r:embed="rId9"/>
                <a:stretch>
                  <a:fillRect l="-23077" r="-7692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3553A070-FE40-C526-3876-39B0D47B2BDD}"/>
                  </a:ext>
                </a:extLst>
              </p:cNvPr>
              <p:cNvSpPr txBox="1"/>
              <p:nvPr/>
            </p:nvSpPr>
            <p:spPr>
              <a:xfrm>
                <a:off x="7110134" y="3990945"/>
                <a:ext cx="171906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3553A070-FE40-C526-3876-39B0D47B2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0134" y="3990945"/>
                <a:ext cx="171906" cy="207108"/>
              </a:xfrm>
              <a:prstGeom prst="rect">
                <a:avLst/>
              </a:prstGeom>
              <a:blipFill>
                <a:blip r:embed="rId10"/>
                <a:stretch>
                  <a:fillRect l="-20000" r="-6667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23C0E54B-4AB0-EE82-A8E6-222AC53F9576}"/>
                  </a:ext>
                </a:extLst>
              </p:cNvPr>
              <p:cNvSpPr txBox="1"/>
              <p:nvPr/>
            </p:nvSpPr>
            <p:spPr>
              <a:xfrm>
                <a:off x="6656092" y="4188004"/>
                <a:ext cx="184538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23C0E54B-4AB0-EE82-A8E6-222AC53F95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6092" y="4188004"/>
                <a:ext cx="184538" cy="207108"/>
              </a:xfrm>
              <a:prstGeom prst="rect">
                <a:avLst/>
              </a:prstGeom>
              <a:blipFill>
                <a:blip r:embed="rId11"/>
                <a:stretch>
                  <a:fillRect l="-20000" r="-6667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549987B6-24D1-49CD-4ECB-30D5F3F538E5}"/>
              </a:ext>
            </a:extLst>
          </p:cNvPr>
          <p:cNvCxnSpPr>
            <a:cxnSpLocks/>
          </p:cNvCxnSpPr>
          <p:nvPr/>
        </p:nvCxnSpPr>
        <p:spPr>
          <a:xfrm flipV="1">
            <a:off x="5961712" y="5438679"/>
            <a:ext cx="812879" cy="463216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1EA4B639-B7F5-C576-B30B-DE4F9415D722}"/>
                  </a:ext>
                </a:extLst>
              </p:cNvPr>
              <p:cNvSpPr txBox="1"/>
              <p:nvPr/>
            </p:nvSpPr>
            <p:spPr>
              <a:xfrm>
                <a:off x="6782233" y="5308908"/>
                <a:ext cx="1503680" cy="375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𝐿𝐿</m:t>
                          </m:r>
                          <m:r>
                            <a:rPr lang="en-CA" sz="12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sz="12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CA" sz="1200" b="0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120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CA" sz="120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CA" sz="1200" b="0" i="1" dirty="0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200" b="0" i="1" dirty="0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CA" sz="1200" b="0" i="1" dirty="0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CA" sz="1200" b="0" i="1" dirty="0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200" b="0" i="1" dirty="0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CA" sz="1200" b="0" i="1" dirty="0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acc>
                            <m:accPr>
                              <m:chr m:val="⃗"/>
                              <m:ctrlPr>
                                <a:rPr lang="en-CA" sz="1200" i="1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i="1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𝐿𝐿</m:t>
                          </m:r>
                          <m:r>
                            <a:rPr lang="en-CA" sz="120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sz="12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CA" sz="1200" b="0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∠30°</m:t>
                      </m:r>
                    </m:oMath>
                  </m:oMathPara>
                </a14:m>
                <a:endParaRPr lang="en-CA" sz="1200" b="0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1EA4B639-B7F5-C576-B30B-DE4F9415D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2233" y="5308908"/>
                <a:ext cx="1503680" cy="375937"/>
              </a:xfrm>
              <a:prstGeom prst="rect">
                <a:avLst/>
              </a:prstGeom>
              <a:blipFill>
                <a:blip r:embed="rId12"/>
                <a:stretch>
                  <a:fillRect l="-2521" t="-3333" r="-1681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79DE137F-6E7A-D04B-7289-2C208AAC20CB}"/>
              </a:ext>
            </a:extLst>
          </p:cNvPr>
          <p:cNvCxnSpPr/>
          <p:nvPr/>
        </p:nvCxnSpPr>
        <p:spPr>
          <a:xfrm>
            <a:off x="5961712" y="5271572"/>
            <a:ext cx="0" cy="119650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AEC330B2-636B-572A-A112-379FFB6F1AE6}"/>
              </a:ext>
            </a:extLst>
          </p:cNvPr>
          <p:cNvCxnSpPr>
            <a:cxnSpLocks/>
          </p:cNvCxnSpPr>
          <p:nvPr/>
        </p:nvCxnSpPr>
        <p:spPr>
          <a:xfrm rot="5400000">
            <a:off x="5946231" y="5303281"/>
            <a:ext cx="0" cy="119650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4433610F-8759-4455-5C2C-52C8F9755856}"/>
              </a:ext>
            </a:extLst>
          </p:cNvPr>
          <p:cNvCxnSpPr/>
          <p:nvPr/>
        </p:nvCxnSpPr>
        <p:spPr>
          <a:xfrm>
            <a:off x="5966121" y="5901532"/>
            <a:ext cx="914400" cy="0"/>
          </a:xfrm>
          <a:prstGeom prst="straightConnector1">
            <a:avLst/>
          </a:prstGeom>
          <a:ln>
            <a:solidFill>
              <a:srgbClr val="7030A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EEAB1615-2312-3089-87FD-4A7BF98852A2}"/>
                  </a:ext>
                </a:extLst>
              </p:cNvPr>
              <p:cNvSpPr txBox="1"/>
              <p:nvPr/>
            </p:nvSpPr>
            <p:spPr>
              <a:xfrm>
                <a:off x="6667290" y="5928474"/>
                <a:ext cx="360868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𝐿𝐿</m:t>
                          </m:r>
                          <m:r>
                            <a:rPr lang="en-CA" sz="12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sz="12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en-CA" sz="1200" b="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EEAB1615-2312-3089-87FD-4A7BF9885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290" y="5928474"/>
                <a:ext cx="360868" cy="207108"/>
              </a:xfrm>
              <a:prstGeom prst="rect">
                <a:avLst/>
              </a:prstGeom>
              <a:blipFill>
                <a:blip r:embed="rId13"/>
                <a:stretch>
                  <a:fillRect l="-10345" r="-3448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6C9ED677-918E-22F8-DE1D-62B50409EBED}"/>
              </a:ext>
            </a:extLst>
          </p:cNvPr>
          <p:cNvCxnSpPr/>
          <p:nvPr/>
        </p:nvCxnSpPr>
        <p:spPr>
          <a:xfrm>
            <a:off x="4597112" y="4622189"/>
            <a:ext cx="9144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3D16BE4B-F179-CCC0-C535-200D3E38378E}"/>
              </a:ext>
            </a:extLst>
          </p:cNvPr>
          <p:cNvCxnSpPr>
            <a:cxnSpLocks/>
          </p:cNvCxnSpPr>
          <p:nvPr/>
        </p:nvCxnSpPr>
        <p:spPr>
          <a:xfrm rot="7200000">
            <a:off x="4366930" y="4247187"/>
            <a:ext cx="9144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D5B9C7FC-0372-2D12-0471-25D21FBD8D98}"/>
              </a:ext>
            </a:extLst>
          </p:cNvPr>
          <p:cNvCxnSpPr>
            <a:cxnSpLocks/>
          </p:cNvCxnSpPr>
          <p:nvPr/>
        </p:nvCxnSpPr>
        <p:spPr>
          <a:xfrm rot="14400000">
            <a:off x="4817535" y="4226243"/>
            <a:ext cx="914400" cy="0"/>
          </a:xfrm>
          <a:prstGeom prst="straightConnector1">
            <a:avLst/>
          </a:prstGeom>
          <a:ln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8A101054-3331-56EF-591B-92FC3C207CDF}"/>
              </a:ext>
            </a:extLst>
          </p:cNvPr>
          <p:cNvSpPr txBox="1"/>
          <p:nvPr/>
        </p:nvSpPr>
        <p:spPr>
          <a:xfrm>
            <a:off x="4904039" y="3528488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H3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21493B0-951D-2D78-7275-BF06718993F3}"/>
              </a:ext>
            </a:extLst>
          </p:cNvPr>
          <p:cNvSpPr txBox="1"/>
          <p:nvPr/>
        </p:nvSpPr>
        <p:spPr>
          <a:xfrm>
            <a:off x="4345550" y="4622189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8B1E9549-ADF8-672E-FFA1-04E88AE88850}"/>
                  </a:ext>
                </a:extLst>
              </p:cNvPr>
              <p:cNvSpPr txBox="1"/>
              <p:nvPr/>
            </p:nvSpPr>
            <p:spPr>
              <a:xfrm>
                <a:off x="4499001" y="4297232"/>
                <a:ext cx="194156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8B1E9549-ADF8-672E-FFA1-04E88AE88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001" y="4297232"/>
                <a:ext cx="194156" cy="207108"/>
              </a:xfrm>
              <a:prstGeom prst="rect">
                <a:avLst/>
              </a:prstGeom>
              <a:blipFill>
                <a:blip r:embed="rId14"/>
                <a:stretch>
                  <a:fillRect l="-18750" r="-6250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89F5EF4E-836F-5AC4-0932-95538C8FD679}"/>
                  </a:ext>
                </a:extLst>
              </p:cNvPr>
              <p:cNvSpPr txBox="1"/>
              <p:nvPr/>
            </p:nvSpPr>
            <p:spPr>
              <a:xfrm>
                <a:off x="5156133" y="3786138"/>
                <a:ext cx="186461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89F5EF4E-836F-5AC4-0932-95538C8FD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6133" y="3786138"/>
                <a:ext cx="186461" cy="207108"/>
              </a:xfrm>
              <a:prstGeom prst="rect">
                <a:avLst/>
              </a:prstGeom>
              <a:blipFill>
                <a:blip r:embed="rId15"/>
                <a:stretch>
                  <a:fillRect l="-20000" r="-6667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B2EC2FEE-94E6-C3FD-DBE4-AB11FB4D2314}"/>
                  </a:ext>
                </a:extLst>
              </p:cNvPr>
              <p:cNvSpPr txBox="1"/>
              <p:nvPr/>
            </p:nvSpPr>
            <p:spPr>
              <a:xfrm>
                <a:off x="5299956" y="4669965"/>
                <a:ext cx="181332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B2EC2FEE-94E6-C3FD-DBE4-AB11FB4D2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956" y="4669965"/>
                <a:ext cx="181332" cy="207108"/>
              </a:xfrm>
              <a:prstGeom prst="rect">
                <a:avLst/>
              </a:prstGeom>
              <a:blipFill>
                <a:blip r:embed="rId16"/>
                <a:stretch>
                  <a:fillRect l="-20000" r="-6667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TextBox 127">
            <a:extLst>
              <a:ext uri="{FF2B5EF4-FFF2-40B4-BE49-F238E27FC236}">
                <a16:creationId xmlns:a16="http://schemas.microsoft.com/office/drawing/2014/main" id="{DED4D91F-587B-F3F5-B0C7-08A212ABB4D1}"/>
              </a:ext>
            </a:extLst>
          </p:cNvPr>
          <p:cNvSpPr txBox="1"/>
          <p:nvPr/>
        </p:nvSpPr>
        <p:spPr>
          <a:xfrm>
            <a:off x="5522543" y="4602551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</a:p>
        </p:txBody>
      </p:sp>
    </p:spTree>
    <p:extLst>
      <p:ext uri="{BB962C8B-B14F-4D97-AF65-F5344CB8AC3E}">
        <p14:creationId xmlns:p14="http://schemas.microsoft.com/office/powerpoint/2010/main" val="1345497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A6455-C66C-6FCA-111B-FDC29113B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Box 210">
            <a:extLst>
              <a:ext uri="{FF2B5EF4-FFF2-40B4-BE49-F238E27FC236}">
                <a16:creationId xmlns:a16="http://schemas.microsoft.com/office/drawing/2014/main" id="{9519425E-0C60-9573-9276-50AD34F76A04}"/>
              </a:ext>
            </a:extLst>
          </p:cNvPr>
          <p:cNvSpPr txBox="1"/>
          <p:nvPr/>
        </p:nvSpPr>
        <p:spPr>
          <a:xfrm>
            <a:off x="949607" y="2840508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</a:t>
            </a:r>
          </a:p>
        </p:txBody>
      </p:sp>
      <p:grpSp>
        <p:nvGrpSpPr>
          <p:cNvPr id="460" name="Group 459">
            <a:extLst>
              <a:ext uri="{FF2B5EF4-FFF2-40B4-BE49-F238E27FC236}">
                <a16:creationId xmlns:a16="http://schemas.microsoft.com/office/drawing/2014/main" id="{EC26D8C1-5FCC-B049-72B1-2B48E46568A2}"/>
              </a:ext>
            </a:extLst>
          </p:cNvPr>
          <p:cNvGrpSpPr/>
          <p:nvPr/>
        </p:nvGrpSpPr>
        <p:grpSpPr>
          <a:xfrm flipV="1">
            <a:off x="6439766" y="4687550"/>
            <a:ext cx="559899" cy="1258159"/>
            <a:chOff x="3004730" y="3362616"/>
            <a:chExt cx="559899" cy="1258159"/>
          </a:xfrm>
        </p:grpSpPr>
        <p:cxnSp>
          <p:nvCxnSpPr>
            <p:cNvPr id="461" name="Straight Connector 460">
              <a:extLst>
                <a:ext uri="{FF2B5EF4-FFF2-40B4-BE49-F238E27FC236}">
                  <a16:creationId xmlns:a16="http://schemas.microsoft.com/office/drawing/2014/main" id="{43185DCA-8B52-7EDE-1295-1C3828DD234F}"/>
                </a:ext>
              </a:extLst>
            </p:cNvPr>
            <p:cNvCxnSpPr>
              <a:cxnSpLocks/>
            </p:cNvCxnSpPr>
            <p:nvPr/>
          </p:nvCxnSpPr>
          <p:spPr>
            <a:xfrm>
              <a:off x="3004730" y="4620775"/>
              <a:ext cx="23955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Straight Connector 461">
              <a:extLst>
                <a:ext uri="{FF2B5EF4-FFF2-40B4-BE49-F238E27FC236}">
                  <a16:creationId xmlns:a16="http://schemas.microsoft.com/office/drawing/2014/main" id="{BBD12683-F57C-78C7-25CB-5C7D6C054A57}"/>
                </a:ext>
              </a:extLst>
            </p:cNvPr>
            <p:cNvCxnSpPr/>
            <p:nvPr/>
          </p:nvCxnSpPr>
          <p:spPr>
            <a:xfrm flipV="1">
              <a:off x="3244281" y="3362616"/>
              <a:ext cx="10947" cy="12581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Straight Connector 462">
              <a:extLst>
                <a:ext uri="{FF2B5EF4-FFF2-40B4-BE49-F238E27FC236}">
                  <a16:creationId xmlns:a16="http://schemas.microsoft.com/office/drawing/2014/main" id="{7ACBAE52-184A-EE4C-7A7B-B6465D060A75}"/>
                </a:ext>
              </a:extLst>
            </p:cNvPr>
            <p:cNvCxnSpPr>
              <a:cxnSpLocks/>
            </p:cNvCxnSpPr>
            <p:nvPr/>
          </p:nvCxnSpPr>
          <p:spPr>
            <a:xfrm>
              <a:off x="3244281" y="3362616"/>
              <a:ext cx="32034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DA2F09C1-9932-FC69-48A6-D44744C3ED99}"/>
              </a:ext>
            </a:extLst>
          </p:cNvPr>
          <p:cNvGrpSpPr/>
          <p:nvPr/>
        </p:nvGrpSpPr>
        <p:grpSpPr>
          <a:xfrm flipV="1">
            <a:off x="6072843" y="4485609"/>
            <a:ext cx="1427408" cy="1465305"/>
            <a:chOff x="648045" y="3329651"/>
            <a:chExt cx="1427408" cy="1465305"/>
          </a:xfrm>
        </p:grpSpPr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9E257DBA-5629-BBE7-982C-E8FDC901C5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8045" y="4794956"/>
              <a:ext cx="142503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Connector 456">
              <a:extLst>
                <a:ext uri="{FF2B5EF4-FFF2-40B4-BE49-F238E27FC236}">
                  <a16:creationId xmlns:a16="http://schemas.microsoft.com/office/drawing/2014/main" id="{A67615B3-BE59-4101-E9EE-B9CC1752A242}"/>
                </a:ext>
              </a:extLst>
            </p:cNvPr>
            <p:cNvCxnSpPr/>
            <p:nvPr/>
          </p:nvCxnSpPr>
          <p:spPr>
            <a:xfrm flipV="1">
              <a:off x="648045" y="3329651"/>
              <a:ext cx="10947" cy="146530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7">
              <a:extLst>
                <a:ext uri="{FF2B5EF4-FFF2-40B4-BE49-F238E27FC236}">
                  <a16:creationId xmlns:a16="http://schemas.microsoft.com/office/drawing/2014/main" id="{32047316-5D00-B6CF-4119-B34119470AA5}"/>
                </a:ext>
              </a:extLst>
            </p:cNvPr>
            <p:cNvCxnSpPr>
              <a:cxnSpLocks/>
            </p:cNvCxnSpPr>
            <p:nvPr/>
          </p:nvCxnSpPr>
          <p:spPr>
            <a:xfrm>
              <a:off x="648045" y="3329651"/>
              <a:ext cx="320348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00312311-D7DC-D73F-1A47-D010034CA9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2320" y="4578442"/>
              <a:ext cx="3133" cy="21651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8" name="Oval 137">
            <a:extLst>
              <a:ext uri="{FF2B5EF4-FFF2-40B4-BE49-F238E27FC236}">
                <a16:creationId xmlns:a16="http://schemas.microsoft.com/office/drawing/2014/main" id="{F9B1678B-EB29-7E6A-B556-C762D7FFE78C}"/>
              </a:ext>
            </a:extLst>
          </p:cNvPr>
          <p:cNvSpPr/>
          <p:nvPr/>
        </p:nvSpPr>
        <p:spPr>
          <a:xfrm>
            <a:off x="1171908" y="1981641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23D5FB1-1D5A-AA68-3514-331408E179D3}"/>
              </a:ext>
            </a:extLst>
          </p:cNvPr>
          <p:cNvGrpSpPr/>
          <p:nvPr/>
        </p:nvGrpSpPr>
        <p:grpSpPr>
          <a:xfrm>
            <a:off x="1170284" y="1715535"/>
            <a:ext cx="180000" cy="1263901"/>
            <a:chOff x="1170284" y="1729363"/>
            <a:chExt cx="180000" cy="1263901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9617B44F-38A6-6F48-C732-25E235A8701B}"/>
                </a:ext>
              </a:extLst>
            </p:cNvPr>
            <p:cNvGrpSpPr>
              <a:grpSpLocks noChangeAspect="1"/>
            </p:cNvGrpSpPr>
            <p:nvPr/>
          </p:nvGrpSpPr>
          <p:grpSpPr>
            <a:xfrm rot="16200000">
              <a:off x="1170284" y="2448870"/>
              <a:ext cx="180000" cy="180000"/>
              <a:chOff x="708025" y="1311275"/>
              <a:chExt cx="914400" cy="914400"/>
            </a:xfrm>
          </p:grpSpPr>
          <p:sp>
            <p:nvSpPr>
              <p:cNvPr id="114" name="Arc 113">
                <a:extLst>
                  <a:ext uri="{FF2B5EF4-FFF2-40B4-BE49-F238E27FC236}">
                    <a16:creationId xmlns:a16="http://schemas.microsoft.com/office/drawing/2014/main" id="{103F4586-9271-D099-3E79-24A2AB702C20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Arc 118">
                <a:extLst>
                  <a:ext uri="{FF2B5EF4-FFF2-40B4-BE49-F238E27FC236}">
                    <a16:creationId xmlns:a16="http://schemas.microsoft.com/office/drawing/2014/main" id="{9008BF5D-2BE7-3D71-B5AF-68DE08FF49F0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89EAC2E4-759E-8657-1273-631585BCD8C9}"/>
                </a:ext>
              </a:extLst>
            </p:cNvPr>
            <p:cNvGrpSpPr>
              <a:grpSpLocks noChangeAspect="1"/>
            </p:cNvGrpSpPr>
            <p:nvPr/>
          </p:nvGrpSpPr>
          <p:grpSpPr>
            <a:xfrm rot="16200000">
              <a:off x="1170284" y="2263042"/>
              <a:ext cx="180000" cy="180000"/>
              <a:chOff x="708025" y="1311275"/>
              <a:chExt cx="914400" cy="914400"/>
            </a:xfrm>
          </p:grpSpPr>
          <p:sp>
            <p:nvSpPr>
              <p:cNvPr id="133" name="Arc 132">
                <a:extLst>
                  <a:ext uri="{FF2B5EF4-FFF2-40B4-BE49-F238E27FC236}">
                    <a16:creationId xmlns:a16="http://schemas.microsoft.com/office/drawing/2014/main" id="{0DD21B9C-77D6-A379-3F10-7BEE3C3534B8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Arc 133">
                <a:extLst>
                  <a:ext uri="{FF2B5EF4-FFF2-40B4-BE49-F238E27FC236}">
                    <a16:creationId xmlns:a16="http://schemas.microsoft.com/office/drawing/2014/main" id="{AE0A7493-FC8D-8FDF-48FC-F37ED03E09A7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96B1772F-A474-E29E-5B90-67C738658D8D}"/>
                </a:ext>
              </a:extLst>
            </p:cNvPr>
            <p:cNvGrpSpPr>
              <a:grpSpLocks noChangeAspect="1"/>
            </p:cNvGrpSpPr>
            <p:nvPr/>
          </p:nvGrpSpPr>
          <p:grpSpPr>
            <a:xfrm rot="16200000">
              <a:off x="1170284" y="2073913"/>
              <a:ext cx="180000" cy="180000"/>
              <a:chOff x="708025" y="1311275"/>
              <a:chExt cx="914400" cy="914400"/>
            </a:xfrm>
          </p:grpSpPr>
          <p:sp>
            <p:nvSpPr>
              <p:cNvPr id="136" name="Arc 135">
                <a:extLst>
                  <a:ext uri="{FF2B5EF4-FFF2-40B4-BE49-F238E27FC236}">
                    <a16:creationId xmlns:a16="http://schemas.microsoft.com/office/drawing/2014/main" id="{32255AD6-19F6-E495-5093-49235B16B974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Arc 136">
                <a:extLst>
                  <a:ext uri="{FF2B5EF4-FFF2-40B4-BE49-F238E27FC236}">
                    <a16:creationId xmlns:a16="http://schemas.microsoft.com/office/drawing/2014/main" id="{7444921B-D54F-5315-4D9A-D5F5ACE6E6C2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C38CD91E-0FFF-94E2-8B03-703DDB79AF2B}"/>
                </a:ext>
              </a:extLst>
            </p:cNvPr>
            <p:cNvCxnSpPr>
              <a:stCxn id="136" idx="2"/>
            </p:cNvCxnSpPr>
            <p:nvPr/>
          </p:nvCxnSpPr>
          <p:spPr>
            <a:xfrm flipV="1">
              <a:off x="1260284" y="1729363"/>
              <a:ext cx="0" cy="344550"/>
            </a:xfrm>
            <a:prstGeom prst="line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5A7B1AB1-0F18-8C76-EBDB-320265EC08C5}"/>
                </a:ext>
              </a:extLst>
            </p:cNvPr>
            <p:cNvCxnSpPr>
              <a:cxnSpLocks/>
            </p:cNvCxnSpPr>
            <p:nvPr/>
          </p:nvCxnSpPr>
          <p:spPr>
            <a:xfrm>
              <a:off x="1260664" y="2632881"/>
              <a:ext cx="3872" cy="360383"/>
            </a:xfrm>
            <a:prstGeom prst="line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4" name="Oval 163">
            <a:extLst>
              <a:ext uri="{FF2B5EF4-FFF2-40B4-BE49-F238E27FC236}">
                <a16:creationId xmlns:a16="http://schemas.microsoft.com/office/drawing/2014/main" id="{E08B2F40-E420-85BE-9CD5-57E99014A7E8}"/>
              </a:ext>
            </a:extLst>
          </p:cNvPr>
          <p:cNvSpPr/>
          <p:nvPr/>
        </p:nvSpPr>
        <p:spPr>
          <a:xfrm>
            <a:off x="3292401" y="1981641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16E3A730-08D6-EFC2-8895-AC201F2ED7A7}"/>
              </a:ext>
            </a:extLst>
          </p:cNvPr>
          <p:cNvCxnSpPr>
            <a:cxnSpLocks/>
          </p:cNvCxnSpPr>
          <p:nvPr/>
        </p:nvCxnSpPr>
        <p:spPr>
          <a:xfrm flipH="1" flipV="1">
            <a:off x="594171" y="619099"/>
            <a:ext cx="692" cy="238639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1AB3364C-F147-226F-6A71-87D138B3548F}"/>
              </a:ext>
            </a:extLst>
          </p:cNvPr>
          <p:cNvSpPr txBox="1"/>
          <p:nvPr/>
        </p:nvSpPr>
        <p:spPr>
          <a:xfrm>
            <a:off x="277379" y="529985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8E49BB77-D30B-F9C9-EA78-0422B72E8FC8}"/>
                  </a:ext>
                </a:extLst>
              </p:cNvPr>
              <p:cNvSpPr txBox="1"/>
              <p:nvPr/>
            </p:nvSpPr>
            <p:spPr>
              <a:xfrm>
                <a:off x="1000516" y="2249905"/>
                <a:ext cx="181332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8E49BB77-D30B-F9C9-EA78-0422B72E8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16" y="2249905"/>
                <a:ext cx="181332" cy="207108"/>
              </a:xfrm>
              <a:prstGeom prst="rect">
                <a:avLst/>
              </a:prstGeom>
              <a:blipFill>
                <a:blip r:embed="rId2"/>
                <a:stretch>
                  <a:fillRect l="-18750" r="-6250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C8AD9BD6-20A8-2C1B-3034-8A874FB9176B}"/>
                  </a:ext>
                </a:extLst>
              </p:cNvPr>
              <p:cNvSpPr txBox="1"/>
              <p:nvPr/>
            </p:nvSpPr>
            <p:spPr>
              <a:xfrm>
                <a:off x="2617519" y="2252703"/>
                <a:ext cx="194156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C8AD9BD6-20A8-2C1B-3034-8A874FB91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7519" y="2252703"/>
                <a:ext cx="194156" cy="207108"/>
              </a:xfrm>
              <a:prstGeom prst="rect">
                <a:avLst/>
              </a:prstGeom>
              <a:blipFill>
                <a:blip r:embed="rId3"/>
                <a:stretch>
                  <a:fillRect l="-11765" r="-5882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9338AB6B-544A-DD7F-8371-F1937828DBAE}"/>
                  </a:ext>
                </a:extLst>
              </p:cNvPr>
              <p:cNvSpPr txBox="1"/>
              <p:nvPr/>
            </p:nvSpPr>
            <p:spPr>
              <a:xfrm>
                <a:off x="3123940" y="2243410"/>
                <a:ext cx="186461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9338AB6B-544A-DD7F-8371-F1937828D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3940" y="2243410"/>
                <a:ext cx="186461" cy="207108"/>
              </a:xfrm>
              <a:prstGeom prst="rect">
                <a:avLst/>
              </a:prstGeom>
              <a:blipFill>
                <a:blip r:embed="rId4"/>
                <a:stretch>
                  <a:fillRect l="-18750" r="-6250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661619F6-EE43-182D-912A-6C8AE4EAB48B}"/>
                  </a:ext>
                </a:extLst>
              </p:cNvPr>
              <p:cNvSpPr txBox="1"/>
              <p:nvPr/>
            </p:nvSpPr>
            <p:spPr>
              <a:xfrm>
                <a:off x="1557111" y="2249905"/>
                <a:ext cx="171906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661619F6-EE43-182D-912A-6C8AE4EAB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7111" y="2249905"/>
                <a:ext cx="171906" cy="207108"/>
              </a:xfrm>
              <a:prstGeom prst="rect">
                <a:avLst/>
              </a:prstGeom>
              <a:blipFill>
                <a:blip r:embed="rId5"/>
                <a:stretch>
                  <a:fillRect l="-20000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B9AF3AA8-CFAD-ECB6-BBDB-2ABA7435BA84}"/>
                  </a:ext>
                </a:extLst>
              </p:cNvPr>
              <p:cNvSpPr txBox="1"/>
              <p:nvPr/>
            </p:nvSpPr>
            <p:spPr>
              <a:xfrm>
                <a:off x="2082300" y="2249905"/>
                <a:ext cx="184538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B9AF3AA8-CFAD-ECB6-BBDB-2ABA7435B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300" y="2249905"/>
                <a:ext cx="184538" cy="207108"/>
              </a:xfrm>
              <a:prstGeom prst="rect">
                <a:avLst/>
              </a:prstGeom>
              <a:blipFill>
                <a:blip r:embed="rId6"/>
                <a:stretch>
                  <a:fillRect l="-26667" r="-6667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BD889FEE-1B8F-3FCA-6CC9-3C0A2F72A857}"/>
                  </a:ext>
                </a:extLst>
              </p:cNvPr>
              <p:cNvSpPr txBox="1"/>
              <p:nvPr/>
            </p:nvSpPr>
            <p:spPr>
              <a:xfrm>
                <a:off x="3790239" y="2249905"/>
                <a:ext cx="158312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BD889FEE-1B8F-3FCA-6CC9-3C0A2F72A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0239" y="2249905"/>
                <a:ext cx="158312" cy="207108"/>
              </a:xfrm>
              <a:prstGeom prst="rect">
                <a:avLst/>
              </a:prstGeom>
              <a:blipFill>
                <a:blip r:embed="rId7"/>
                <a:stretch>
                  <a:fillRect l="-21429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7" name="TextBox 166">
            <a:extLst>
              <a:ext uri="{FF2B5EF4-FFF2-40B4-BE49-F238E27FC236}">
                <a16:creationId xmlns:a16="http://schemas.microsoft.com/office/drawing/2014/main" id="{51DCA338-3599-D3C1-AC57-D8FB2C211CFB}"/>
              </a:ext>
            </a:extLst>
          </p:cNvPr>
          <p:cNvSpPr txBox="1"/>
          <p:nvPr/>
        </p:nvSpPr>
        <p:spPr>
          <a:xfrm>
            <a:off x="1545777" y="1581168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698888CA-3508-6A43-5805-706D578ED4F8}"/>
              </a:ext>
            </a:extLst>
          </p:cNvPr>
          <p:cNvSpPr txBox="1"/>
          <p:nvPr/>
        </p:nvSpPr>
        <p:spPr>
          <a:xfrm>
            <a:off x="1545777" y="2838198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4DE562FE-79B5-28D9-CD60-C06D96EB8FE1}"/>
              </a:ext>
            </a:extLst>
          </p:cNvPr>
          <p:cNvSpPr txBox="1"/>
          <p:nvPr/>
        </p:nvSpPr>
        <p:spPr>
          <a:xfrm>
            <a:off x="949607" y="1574643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20D474F-3AAA-01D4-28D0-34FDFD9EA626}"/>
              </a:ext>
            </a:extLst>
          </p:cNvPr>
          <p:cNvCxnSpPr>
            <a:cxnSpLocks/>
          </p:cNvCxnSpPr>
          <p:nvPr/>
        </p:nvCxnSpPr>
        <p:spPr>
          <a:xfrm flipH="1" flipV="1">
            <a:off x="1253796" y="639664"/>
            <a:ext cx="10740" cy="1101308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9A4913E0-DA3E-87DD-6A3B-569390DF350E}"/>
              </a:ext>
            </a:extLst>
          </p:cNvPr>
          <p:cNvCxnSpPr>
            <a:cxnSpLocks/>
          </p:cNvCxnSpPr>
          <p:nvPr/>
        </p:nvCxnSpPr>
        <p:spPr>
          <a:xfrm flipV="1">
            <a:off x="2335890" y="608479"/>
            <a:ext cx="0" cy="11085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7D9FEB9A-C3E9-79D3-C3D3-E89AD5EDF934}"/>
              </a:ext>
            </a:extLst>
          </p:cNvPr>
          <p:cNvCxnSpPr>
            <a:cxnSpLocks/>
          </p:cNvCxnSpPr>
          <p:nvPr/>
        </p:nvCxnSpPr>
        <p:spPr>
          <a:xfrm flipV="1">
            <a:off x="3408849" y="633459"/>
            <a:ext cx="0" cy="1108576"/>
          </a:xfrm>
          <a:prstGeom prst="line">
            <a:avLst/>
          </a:prstGeom>
          <a:ln>
            <a:solidFill>
              <a:srgbClr val="0432FF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1730B657-2FF5-CA8E-2FDE-BCEFDD19D83C}"/>
              </a:ext>
            </a:extLst>
          </p:cNvPr>
          <p:cNvSpPr txBox="1"/>
          <p:nvPr/>
        </p:nvSpPr>
        <p:spPr>
          <a:xfrm>
            <a:off x="961495" y="331480"/>
            <a:ext cx="21226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ABB Power Panel – UMC 1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E03D4F86-A431-5382-E735-D6DCEFAC903A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6997170" y="2513693"/>
            <a:ext cx="180000" cy="180000"/>
            <a:chOff x="708025" y="1311275"/>
            <a:chExt cx="914400" cy="914400"/>
          </a:xfrm>
        </p:grpSpPr>
        <p:sp>
          <p:nvSpPr>
            <p:cNvPr id="109" name="Arc 108">
              <a:extLst>
                <a:ext uri="{FF2B5EF4-FFF2-40B4-BE49-F238E27FC236}">
                  <a16:creationId xmlns:a16="http://schemas.microsoft.com/office/drawing/2014/main" id="{9C6B4728-5D32-3C1F-3A62-2BDE9DF063E8}"/>
                </a:ext>
              </a:extLst>
            </p:cNvPr>
            <p:cNvSpPr/>
            <p:nvPr/>
          </p:nvSpPr>
          <p:spPr>
            <a:xfrm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Arc 109">
              <a:extLst>
                <a:ext uri="{FF2B5EF4-FFF2-40B4-BE49-F238E27FC236}">
                  <a16:creationId xmlns:a16="http://schemas.microsoft.com/office/drawing/2014/main" id="{4C0AE2F7-0121-A0F8-20FD-425A91860BB6}"/>
                </a:ext>
              </a:extLst>
            </p:cNvPr>
            <p:cNvSpPr/>
            <p:nvPr/>
          </p:nvSpPr>
          <p:spPr>
            <a:xfrm flipH="1"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76AF3C68-36AB-32F7-74A2-B14E08EE7047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6997170" y="2327865"/>
            <a:ext cx="180000" cy="180000"/>
            <a:chOff x="708025" y="1311275"/>
            <a:chExt cx="914400" cy="914400"/>
          </a:xfrm>
        </p:grpSpPr>
        <p:sp>
          <p:nvSpPr>
            <p:cNvPr id="112" name="Arc 111">
              <a:extLst>
                <a:ext uri="{FF2B5EF4-FFF2-40B4-BE49-F238E27FC236}">
                  <a16:creationId xmlns:a16="http://schemas.microsoft.com/office/drawing/2014/main" id="{1D997D7B-91B2-9234-5A14-035F86E96057}"/>
                </a:ext>
              </a:extLst>
            </p:cNvPr>
            <p:cNvSpPr/>
            <p:nvPr/>
          </p:nvSpPr>
          <p:spPr>
            <a:xfrm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Arc 114">
              <a:extLst>
                <a:ext uri="{FF2B5EF4-FFF2-40B4-BE49-F238E27FC236}">
                  <a16:creationId xmlns:a16="http://schemas.microsoft.com/office/drawing/2014/main" id="{E74564C4-7916-E927-98B3-9487E57C0E85}"/>
                </a:ext>
              </a:extLst>
            </p:cNvPr>
            <p:cNvSpPr/>
            <p:nvPr/>
          </p:nvSpPr>
          <p:spPr>
            <a:xfrm flipH="1"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29048793-3CB8-F377-5817-A84DDC57CFF2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6997170" y="2138736"/>
            <a:ext cx="180000" cy="180000"/>
            <a:chOff x="708025" y="1311275"/>
            <a:chExt cx="914400" cy="914400"/>
          </a:xfrm>
        </p:grpSpPr>
        <p:sp>
          <p:nvSpPr>
            <p:cNvPr id="117" name="Arc 116">
              <a:extLst>
                <a:ext uri="{FF2B5EF4-FFF2-40B4-BE49-F238E27FC236}">
                  <a16:creationId xmlns:a16="http://schemas.microsoft.com/office/drawing/2014/main" id="{43DF6992-01E4-F270-CB01-994482AF6300}"/>
                </a:ext>
              </a:extLst>
            </p:cNvPr>
            <p:cNvSpPr/>
            <p:nvPr/>
          </p:nvSpPr>
          <p:spPr>
            <a:xfrm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Arc 117">
              <a:extLst>
                <a:ext uri="{FF2B5EF4-FFF2-40B4-BE49-F238E27FC236}">
                  <a16:creationId xmlns:a16="http://schemas.microsoft.com/office/drawing/2014/main" id="{1D119E94-F368-BDA3-27CA-0AB14F96CA2C}"/>
                </a:ext>
              </a:extLst>
            </p:cNvPr>
            <p:cNvSpPr/>
            <p:nvPr/>
          </p:nvSpPr>
          <p:spPr>
            <a:xfrm flipH="1"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0" name="Oval 119">
            <a:extLst>
              <a:ext uri="{FF2B5EF4-FFF2-40B4-BE49-F238E27FC236}">
                <a16:creationId xmlns:a16="http://schemas.microsoft.com/office/drawing/2014/main" id="{3D934B39-906D-F5BC-3F1C-766E2AADEA82}"/>
              </a:ext>
            </a:extLst>
          </p:cNvPr>
          <p:cNvSpPr/>
          <p:nvPr/>
        </p:nvSpPr>
        <p:spPr>
          <a:xfrm>
            <a:off x="6998794" y="2050865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F36A9849-58EC-4368-DB05-D2D8BB48CC93}"/>
              </a:ext>
            </a:extLst>
          </p:cNvPr>
          <p:cNvCxnSpPr>
            <a:stCxn id="117" idx="2"/>
          </p:cNvCxnSpPr>
          <p:nvPr/>
        </p:nvCxnSpPr>
        <p:spPr>
          <a:xfrm flipV="1">
            <a:off x="7087170" y="1794186"/>
            <a:ext cx="0" cy="344550"/>
          </a:xfrm>
          <a:prstGeom prst="line">
            <a:avLst/>
          </a:prstGeom>
          <a:ln>
            <a:solidFill>
              <a:srgbClr val="FF000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E188FC24-A030-54E3-9A7B-153CDF0FD414}"/>
              </a:ext>
            </a:extLst>
          </p:cNvPr>
          <p:cNvCxnSpPr/>
          <p:nvPr/>
        </p:nvCxnSpPr>
        <p:spPr>
          <a:xfrm flipH="1">
            <a:off x="7073090" y="2693693"/>
            <a:ext cx="8211" cy="358652"/>
          </a:xfrm>
          <a:prstGeom prst="line">
            <a:avLst/>
          </a:prstGeom>
          <a:ln>
            <a:solidFill>
              <a:srgbClr val="FF000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7B9E2FAF-3FFA-78A1-7C96-91FC3A6FFB9C}"/>
              </a:ext>
            </a:extLst>
          </p:cNvPr>
          <p:cNvGrpSpPr/>
          <p:nvPr/>
        </p:nvGrpSpPr>
        <p:grpSpPr>
          <a:xfrm rot="16200000">
            <a:off x="7353663" y="2326219"/>
            <a:ext cx="554957" cy="180000"/>
            <a:chOff x="2224309" y="1762688"/>
            <a:chExt cx="554957" cy="180000"/>
          </a:xfrm>
        </p:grpSpPr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7D4382E6-04F5-4C33-3F49-164ABA9B09C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24309" y="1762688"/>
              <a:ext cx="180000" cy="180000"/>
              <a:chOff x="708025" y="1311275"/>
              <a:chExt cx="914400" cy="914400"/>
            </a:xfrm>
          </p:grpSpPr>
          <p:sp>
            <p:nvSpPr>
              <p:cNvPr id="131" name="Arc 130">
                <a:extLst>
                  <a:ext uri="{FF2B5EF4-FFF2-40B4-BE49-F238E27FC236}">
                    <a16:creationId xmlns:a16="http://schemas.microsoft.com/office/drawing/2014/main" id="{0DD10843-CE04-8A85-0EBA-3956DBCDF013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5" name="Arc 214">
                <a:extLst>
                  <a:ext uri="{FF2B5EF4-FFF2-40B4-BE49-F238E27FC236}">
                    <a16:creationId xmlns:a16="http://schemas.microsoft.com/office/drawing/2014/main" id="{9C36D05E-3358-3DF3-2730-03FA6182DFD9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FAB959C2-B7D1-6FB6-C61B-F5A0C8A40BC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10137" y="1762688"/>
              <a:ext cx="180000" cy="180000"/>
              <a:chOff x="708025" y="1311275"/>
              <a:chExt cx="914400" cy="914400"/>
            </a:xfrm>
          </p:grpSpPr>
          <p:sp>
            <p:nvSpPr>
              <p:cNvPr id="129" name="Arc 128">
                <a:extLst>
                  <a:ext uri="{FF2B5EF4-FFF2-40B4-BE49-F238E27FC236}">
                    <a16:creationId xmlns:a16="http://schemas.microsoft.com/office/drawing/2014/main" id="{123617F9-4C4B-7F96-6213-234CCA097EFA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Arc 129">
                <a:extLst>
                  <a:ext uri="{FF2B5EF4-FFF2-40B4-BE49-F238E27FC236}">
                    <a16:creationId xmlns:a16="http://schemas.microsoft.com/office/drawing/2014/main" id="{CEFA1D7E-3A23-A070-5975-A1D601E8A3E3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835C565D-9F1F-F599-4245-F80810EA683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99266" y="1762688"/>
              <a:ext cx="180000" cy="180000"/>
              <a:chOff x="708025" y="1311275"/>
              <a:chExt cx="914400" cy="914400"/>
            </a:xfrm>
          </p:grpSpPr>
          <p:sp>
            <p:nvSpPr>
              <p:cNvPr id="127" name="Arc 126">
                <a:extLst>
                  <a:ext uri="{FF2B5EF4-FFF2-40B4-BE49-F238E27FC236}">
                    <a16:creationId xmlns:a16="http://schemas.microsoft.com/office/drawing/2014/main" id="{9492251F-9D0D-F12E-9AB1-BD27BD204004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Arc 127">
                <a:extLst>
                  <a:ext uri="{FF2B5EF4-FFF2-40B4-BE49-F238E27FC236}">
                    <a16:creationId xmlns:a16="http://schemas.microsoft.com/office/drawing/2014/main" id="{BB53B388-95BB-C89B-D0B4-A01D292F45B5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16" name="Oval 215">
            <a:extLst>
              <a:ext uri="{FF2B5EF4-FFF2-40B4-BE49-F238E27FC236}">
                <a16:creationId xmlns:a16="http://schemas.microsoft.com/office/drawing/2014/main" id="{2EDBA758-5656-D715-E9DE-F4B880ABB026}"/>
              </a:ext>
            </a:extLst>
          </p:cNvPr>
          <p:cNvSpPr/>
          <p:nvPr/>
        </p:nvSpPr>
        <p:spPr>
          <a:xfrm>
            <a:off x="7542766" y="2050869"/>
            <a:ext cx="36000" cy="36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6D148918-5EED-3679-7B1D-DF49449EBDDB}"/>
              </a:ext>
            </a:extLst>
          </p:cNvPr>
          <p:cNvCxnSpPr>
            <a:stCxn id="127" idx="2"/>
          </p:cNvCxnSpPr>
          <p:nvPr/>
        </p:nvCxnSpPr>
        <p:spPr>
          <a:xfrm flipV="1">
            <a:off x="7631142" y="1794190"/>
            <a:ext cx="0" cy="344550"/>
          </a:xfrm>
          <a:prstGeom prst="line">
            <a:avLst/>
          </a:prstGeom>
          <a:ln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6429BC01-FE2F-DDE6-D115-3730F31A0911}"/>
              </a:ext>
            </a:extLst>
          </p:cNvPr>
          <p:cNvCxnSpPr/>
          <p:nvPr/>
        </p:nvCxnSpPr>
        <p:spPr>
          <a:xfrm flipH="1">
            <a:off x="7617062" y="2693697"/>
            <a:ext cx="8211" cy="358652"/>
          </a:xfrm>
          <a:prstGeom prst="line">
            <a:avLst/>
          </a:prstGeom>
          <a:ln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A21D35FD-E153-BAB0-B79F-CBA46025888E}"/>
              </a:ext>
            </a:extLst>
          </p:cNvPr>
          <p:cNvGrpSpPr/>
          <p:nvPr/>
        </p:nvGrpSpPr>
        <p:grpSpPr>
          <a:xfrm rot="16200000">
            <a:off x="7899026" y="2320735"/>
            <a:ext cx="554957" cy="180000"/>
            <a:chOff x="2224309" y="1762688"/>
            <a:chExt cx="554957" cy="180000"/>
          </a:xfrm>
        </p:grpSpPr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C868418C-3D59-BA06-17A0-35E366214DA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24309" y="1762688"/>
              <a:ext cx="180000" cy="180000"/>
              <a:chOff x="708025" y="1311275"/>
              <a:chExt cx="914400" cy="914400"/>
            </a:xfrm>
          </p:grpSpPr>
          <p:sp>
            <p:nvSpPr>
              <p:cNvPr id="244" name="Arc 243">
                <a:extLst>
                  <a:ext uri="{FF2B5EF4-FFF2-40B4-BE49-F238E27FC236}">
                    <a16:creationId xmlns:a16="http://schemas.microsoft.com/office/drawing/2014/main" id="{212FAA61-534B-0945-C93F-DDB4EEAEF4C4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" name="Arc 244">
                <a:extLst>
                  <a:ext uri="{FF2B5EF4-FFF2-40B4-BE49-F238E27FC236}">
                    <a16:creationId xmlns:a16="http://schemas.microsoft.com/office/drawing/2014/main" id="{368B250F-4142-2794-A895-8EE1A3D7EDF8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B04C016E-B196-C623-0FA2-B9443791CAD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10137" y="1762688"/>
              <a:ext cx="180000" cy="180000"/>
              <a:chOff x="708025" y="1311275"/>
              <a:chExt cx="914400" cy="914400"/>
            </a:xfrm>
          </p:grpSpPr>
          <p:sp>
            <p:nvSpPr>
              <p:cNvPr id="241" name="Arc 240">
                <a:extLst>
                  <a:ext uri="{FF2B5EF4-FFF2-40B4-BE49-F238E27FC236}">
                    <a16:creationId xmlns:a16="http://schemas.microsoft.com/office/drawing/2014/main" id="{932FC12A-8E42-9A98-AEAA-84A1EB335240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2" name="Arc 241">
                <a:extLst>
                  <a:ext uri="{FF2B5EF4-FFF2-40B4-BE49-F238E27FC236}">
                    <a16:creationId xmlns:a16="http://schemas.microsoft.com/office/drawing/2014/main" id="{2F6C01AD-4C20-9208-8B7F-59B3380133C4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7" name="Group 236">
              <a:extLst>
                <a:ext uri="{FF2B5EF4-FFF2-40B4-BE49-F238E27FC236}">
                  <a16:creationId xmlns:a16="http://schemas.microsoft.com/office/drawing/2014/main" id="{DD69B6A7-4BD1-D536-9937-B98613FEF63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99266" y="1762688"/>
              <a:ext cx="180000" cy="180000"/>
              <a:chOff x="708025" y="1311275"/>
              <a:chExt cx="914400" cy="914400"/>
            </a:xfrm>
          </p:grpSpPr>
          <p:sp>
            <p:nvSpPr>
              <p:cNvPr id="238" name="Arc 237">
                <a:extLst>
                  <a:ext uri="{FF2B5EF4-FFF2-40B4-BE49-F238E27FC236}">
                    <a16:creationId xmlns:a16="http://schemas.microsoft.com/office/drawing/2014/main" id="{420D4D8C-F4A5-6A6A-FC6D-29640489BD01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9" name="Arc 238">
                <a:extLst>
                  <a:ext uri="{FF2B5EF4-FFF2-40B4-BE49-F238E27FC236}">
                    <a16:creationId xmlns:a16="http://schemas.microsoft.com/office/drawing/2014/main" id="{46363D70-9E4D-B866-1035-6344E945FA8C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46" name="Oval 245">
            <a:extLst>
              <a:ext uri="{FF2B5EF4-FFF2-40B4-BE49-F238E27FC236}">
                <a16:creationId xmlns:a16="http://schemas.microsoft.com/office/drawing/2014/main" id="{E64280D3-EDEF-DCD4-F6AE-B332A93E5826}"/>
              </a:ext>
            </a:extLst>
          </p:cNvPr>
          <p:cNvSpPr/>
          <p:nvPr/>
        </p:nvSpPr>
        <p:spPr>
          <a:xfrm>
            <a:off x="8088129" y="2045385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8825C4C-0957-AD7C-ED93-307CE8C3FD07}"/>
              </a:ext>
            </a:extLst>
          </p:cNvPr>
          <p:cNvCxnSpPr>
            <a:stCxn id="238" idx="2"/>
          </p:cNvCxnSpPr>
          <p:nvPr/>
        </p:nvCxnSpPr>
        <p:spPr>
          <a:xfrm flipV="1">
            <a:off x="8176505" y="1788706"/>
            <a:ext cx="0" cy="344550"/>
          </a:xfrm>
          <a:prstGeom prst="line">
            <a:avLst/>
          </a:prstGeom>
          <a:ln>
            <a:solidFill>
              <a:srgbClr val="0432FF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E363ACA5-0B35-DC39-6E0C-0A8B28E0907F}"/>
              </a:ext>
            </a:extLst>
          </p:cNvPr>
          <p:cNvCxnSpPr/>
          <p:nvPr/>
        </p:nvCxnSpPr>
        <p:spPr>
          <a:xfrm flipH="1">
            <a:off x="8162425" y="2688213"/>
            <a:ext cx="8211" cy="358652"/>
          </a:xfrm>
          <a:prstGeom prst="line">
            <a:avLst/>
          </a:prstGeom>
          <a:ln>
            <a:solidFill>
              <a:srgbClr val="0432FF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090561B3-A38E-5CB8-30BF-A7EA7F922623}"/>
                  </a:ext>
                </a:extLst>
              </p:cNvPr>
              <p:cNvSpPr txBox="1"/>
              <p:nvPr/>
            </p:nvSpPr>
            <p:spPr>
              <a:xfrm>
                <a:off x="7104412" y="2325575"/>
                <a:ext cx="181332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090561B3-A38E-5CB8-30BF-A7EA7F9226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4412" y="2325575"/>
                <a:ext cx="181332" cy="207108"/>
              </a:xfrm>
              <a:prstGeom prst="rect">
                <a:avLst/>
              </a:prstGeom>
              <a:blipFill>
                <a:blip r:embed="rId8"/>
                <a:stretch>
                  <a:fillRect l="-20000" r="-13333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ACAFE853-CCA9-A732-DA83-6D8643475520}"/>
                  </a:ext>
                </a:extLst>
              </p:cNvPr>
              <p:cNvSpPr txBox="1"/>
              <p:nvPr/>
            </p:nvSpPr>
            <p:spPr>
              <a:xfrm>
                <a:off x="7629601" y="2325575"/>
                <a:ext cx="194156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ACAFE853-CCA9-A732-DA83-6D8643475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9601" y="2325575"/>
                <a:ext cx="194156" cy="207108"/>
              </a:xfrm>
              <a:prstGeom prst="rect">
                <a:avLst/>
              </a:prstGeom>
              <a:blipFill>
                <a:blip r:embed="rId9"/>
                <a:stretch>
                  <a:fillRect l="-18750" r="-12500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AE09ED7B-ECF3-C0C1-F4E4-0CE2CC585E4D}"/>
                  </a:ext>
                </a:extLst>
              </p:cNvPr>
              <p:cNvSpPr txBox="1"/>
              <p:nvPr/>
            </p:nvSpPr>
            <p:spPr>
              <a:xfrm>
                <a:off x="8189402" y="2325575"/>
                <a:ext cx="186461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AE09ED7B-ECF3-C0C1-F4E4-0CE2CC585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9402" y="2325575"/>
                <a:ext cx="186461" cy="207108"/>
              </a:xfrm>
              <a:prstGeom prst="rect">
                <a:avLst/>
              </a:prstGeom>
              <a:blipFill>
                <a:blip r:embed="rId10"/>
                <a:stretch>
                  <a:fillRect l="-18750" r="-6250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7" name="Group 256">
            <a:extLst>
              <a:ext uri="{FF2B5EF4-FFF2-40B4-BE49-F238E27FC236}">
                <a16:creationId xmlns:a16="http://schemas.microsoft.com/office/drawing/2014/main" id="{CD5FEC27-2171-C646-78F6-9558F842D534}"/>
              </a:ext>
            </a:extLst>
          </p:cNvPr>
          <p:cNvGrpSpPr>
            <a:grpSpLocks noChangeAspect="1"/>
          </p:cNvGrpSpPr>
          <p:nvPr/>
        </p:nvGrpSpPr>
        <p:grpSpPr>
          <a:xfrm rot="5400000" flipV="1">
            <a:off x="8798967" y="2105995"/>
            <a:ext cx="180000" cy="180000"/>
            <a:chOff x="708025" y="1311275"/>
            <a:chExt cx="914400" cy="914400"/>
          </a:xfrm>
        </p:grpSpPr>
        <p:sp>
          <p:nvSpPr>
            <p:cNvPr id="258" name="Arc 257">
              <a:extLst>
                <a:ext uri="{FF2B5EF4-FFF2-40B4-BE49-F238E27FC236}">
                  <a16:creationId xmlns:a16="http://schemas.microsoft.com/office/drawing/2014/main" id="{4DC92D34-91FF-F86D-9DC9-A6B7EAB22F37}"/>
                </a:ext>
              </a:extLst>
            </p:cNvPr>
            <p:cNvSpPr/>
            <p:nvPr/>
          </p:nvSpPr>
          <p:spPr>
            <a:xfrm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" name="Arc 258">
              <a:extLst>
                <a:ext uri="{FF2B5EF4-FFF2-40B4-BE49-F238E27FC236}">
                  <a16:creationId xmlns:a16="http://schemas.microsoft.com/office/drawing/2014/main" id="{4734F18F-03FD-E963-7F41-AD1EC3AB0C18}"/>
                </a:ext>
              </a:extLst>
            </p:cNvPr>
            <p:cNvSpPr/>
            <p:nvPr/>
          </p:nvSpPr>
          <p:spPr>
            <a:xfrm flipH="1"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32625115-E5FE-9D87-A506-D66752709F92}"/>
              </a:ext>
            </a:extLst>
          </p:cNvPr>
          <p:cNvGrpSpPr>
            <a:grpSpLocks noChangeAspect="1"/>
          </p:cNvGrpSpPr>
          <p:nvPr/>
        </p:nvGrpSpPr>
        <p:grpSpPr>
          <a:xfrm rot="5400000" flipV="1">
            <a:off x="8798967" y="2291823"/>
            <a:ext cx="180000" cy="180000"/>
            <a:chOff x="708025" y="1311275"/>
            <a:chExt cx="914400" cy="914400"/>
          </a:xfrm>
        </p:grpSpPr>
        <p:sp>
          <p:nvSpPr>
            <p:cNvPr id="261" name="Arc 260">
              <a:extLst>
                <a:ext uri="{FF2B5EF4-FFF2-40B4-BE49-F238E27FC236}">
                  <a16:creationId xmlns:a16="http://schemas.microsoft.com/office/drawing/2014/main" id="{BC6EDA21-95D8-6A90-275D-097D8C779893}"/>
                </a:ext>
              </a:extLst>
            </p:cNvPr>
            <p:cNvSpPr/>
            <p:nvPr/>
          </p:nvSpPr>
          <p:spPr>
            <a:xfrm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" name="Arc 261">
              <a:extLst>
                <a:ext uri="{FF2B5EF4-FFF2-40B4-BE49-F238E27FC236}">
                  <a16:creationId xmlns:a16="http://schemas.microsoft.com/office/drawing/2014/main" id="{BDE80DE2-88EF-E171-93B7-689521016EEC}"/>
                </a:ext>
              </a:extLst>
            </p:cNvPr>
            <p:cNvSpPr/>
            <p:nvPr/>
          </p:nvSpPr>
          <p:spPr>
            <a:xfrm flipH="1"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2C0890FA-DC9E-04D3-CB8D-91EFD772DD7E}"/>
              </a:ext>
            </a:extLst>
          </p:cNvPr>
          <p:cNvGrpSpPr>
            <a:grpSpLocks noChangeAspect="1"/>
          </p:cNvGrpSpPr>
          <p:nvPr/>
        </p:nvGrpSpPr>
        <p:grpSpPr>
          <a:xfrm rot="5400000" flipV="1">
            <a:off x="8798967" y="2480952"/>
            <a:ext cx="180000" cy="180000"/>
            <a:chOff x="708025" y="1311275"/>
            <a:chExt cx="914400" cy="914400"/>
          </a:xfrm>
        </p:grpSpPr>
        <p:sp>
          <p:nvSpPr>
            <p:cNvPr id="264" name="Arc 263">
              <a:extLst>
                <a:ext uri="{FF2B5EF4-FFF2-40B4-BE49-F238E27FC236}">
                  <a16:creationId xmlns:a16="http://schemas.microsoft.com/office/drawing/2014/main" id="{CE9D0A44-9DDE-AD5C-09FA-F77B2F3F50BC}"/>
                </a:ext>
              </a:extLst>
            </p:cNvPr>
            <p:cNvSpPr/>
            <p:nvPr/>
          </p:nvSpPr>
          <p:spPr>
            <a:xfrm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" name="Arc 264">
              <a:extLst>
                <a:ext uri="{FF2B5EF4-FFF2-40B4-BE49-F238E27FC236}">
                  <a16:creationId xmlns:a16="http://schemas.microsoft.com/office/drawing/2014/main" id="{11E83F19-7655-34B9-1E32-16C9437F7F62}"/>
                </a:ext>
              </a:extLst>
            </p:cNvPr>
            <p:cNvSpPr/>
            <p:nvPr/>
          </p:nvSpPr>
          <p:spPr>
            <a:xfrm flipH="1"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6" name="Oval 265">
            <a:extLst>
              <a:ext uri="{FF2B5EF4-FFF2-40B4-BE49-F238E27FC236}">
                <a16:creationId xmlns:a16="http://schemas.microsoft.com/office/drawing/2014/main" id="{975B967E-9B3E-63F6-45D8-874DA7D75954}"/>
              </a:ext>
            </a:extLst>
          </p:cNvPr>
          <p:cNvSpPr/>
          <p:nvPr/>
        </p:nvSpPr>
        <p:spPr>
          <a:xfrm flipV="1">
            <a:off x="8800591" y="2712823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F772C31D-15FD-3F48-B8FE-9C3279A84F75}"/>
              </a:ext>
            </a:extLst>
          </p:cNvPr>
          <p:cNvCxnSpPr>
            <a:stCxn id="264" idx="2"/>
          </p:cNvCxnSpPr>
          <p:nvPr/>
        </p:nvCxnSpPr>
        <p:spPr>
          <a:xfrm>
            <a:off x="8888967" y="2660952"/>
            <a:ext cx="0" cy="344550"/>
          </a:xfrm>
          <a:prstGeom prst="line">
            <a:avLst/>
          </a:prstGeom>
          <a:ln>
            <a:solidFill>
              <a:srgbClr val="FF000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FCE4C104-AF8E-C95A-D4E0-89A961510564}"/>
              </a:ext>
            </a:extLst>
          </p:cNvPr>
          <p:cNvCxnSpPr/>
          <p:nvPr/>
        </p:nvCxnSpPr>
        <p:spPr>
          <a:xfrm flipH="1" flipV="1">
            <a:off x="8874887" y="1747343"/>
            <a:ext cx="8211" cy="358652"/>
          </a:xfrm>
          <a:prstGeom prst="line">
            <a:avLst/>
          </a:prstGeom>
          <a:ln>
            <a:solidFill>
              <a:srgbClr val="FF000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84296634-F544-3FEB-ECB1-24CB039DC65A}"/>
              </a:ext>
            </a:extLst>
          </p:cNvPr>
          <p:cNvGrpSpPr/>
          <p:nvPr/>
        </p:nvGrpSpPr>
        <p:grpSpPr>
          <a:xfrm rot="5400000" flipV="1">
            <a:off x="9155460" y="2293469"/>
            <a:ext cx="554957" cy="180000"/>
            <a:chOff x="2224309" y="1762688"/>
            <a:chExt cx="554957" cy="180000"/>
          </a:xfrm>
        </p:grpSpPr>
        <p:grpSp>
          <p:nvGrpSpPr>
            <p:cNvPr id="270" name="Group 269">
              <a:extLst>
                <a:ext uri="{FF2B5EF4-FFF2-40B4-BE49-F238E27FC236}">
                  <a16:creationId xmlns:a16="http://schemas.microsoft.com/office/drawing/2014/main" id="{03033F8F-7A37-FEA7-6692-D7E5C8A4D1B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24309" y="1762688"/>
              <a:ext cx="180000" cy="180000"/>
              <a:chOff x="708025" y="1311275"/>
              <a:chExt cx="914400" cy="914400"/>
            </a:xfrm>
          </p:grpSpPr>
          <p:sp>
            <p:nvSpPr>
              <p:cNvPr id="277" name="Arc 276">
                <a:extLst>
                  <a:ext uri="{FF2B5EF4-FFF2-40B4-BE49-F238E27FC236}">
                    <a16:creationId xmlns:a16="http://schemas.microsoft.com/office/drawing/2014/main" id="{B07DEFC9-AD01-1625-C300-A5D346AAA2CE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8" name="Arc 277">
                <a:extLst>
                  <a:ext uri="{FF2B5EF4-FFF2-40B4-BE49-F238E27FC236}">
                    <a16:creationId xmlns:a16="http://schemas.microsoft.com/office/drawing/2014/main" id="{FC6606FF-534B-142B-66E7-0813E788269D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1" name="Group 270">
              <a:extLst>
                <a:ext uri="{FF2B5EF4-FFF2-40B4-BE49-F238E27FC236}">
                  <a16:creationId xmlns:a16="http://schemas.microsoft.com/office/drawing/2014/main" id="{6B7F8CE1-3DFD-AA43-BCD1-83082FF2B4E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10137" y="1762688"/>
              <a:ext cx="180000" cy="180000"/>
              <a:chOff x="708025" y="1311275"/>
              <a:chExt cx="914400" cy="914400"/>
            </a:xfrm>
          </p:grpSpPr>
          <p:sp>
            <p:nvSpPr>
              <p:cNvPr id="275" name="Arc 274">
                <a:extLst>
                  <a:ext uri="{FF2B5EF4-FFF2-40B4-BE49-F238E27FC236}">
                    <a16:creationId xmlns:a16="http://schemas.microsoft.com/office/drawing/2014/main" id="{638589D3-350E-D328-C829-DB5850602388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6" name="Arc 275">
                <a:extLst>
                  <a:ext uri="{FF2B5EF4-FFF2-40B4-BE49-F238E27FC236}">
                    <a16:creationId xmlns:a16="http://schemas.microsoft.com/office/drawing/2014/main" id="{81A43BA3-6CB8-D490-E554-E0E33B99ACF2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id="{91E43F2C-CAE2-E485-EA73-83861F84780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99266" y="1762688"/>
              <a:ext cx="180000" cy="180000"/>
              <a:chOff x="708025" y="1311275"/>
              <a:chExt cx="914400" cy="914400"/>
            </a:xfrm>
          </p:grpSpPr>
          <p:sp>
            <p:nvSpPr>
              <p:cNvPr id="273" name="Arc 272">
                <a:extLst>
                  <a:ext uri="{FF2B5EF4-FFF2-40B4-BE49-F238E27FC236}">
                    <a16:creationId xmlns:a16="http://schemas.microsoft.com/office/drawing/2014/main" id="{709DB836-A82A-6658-A5F3-11FCD3342284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4" name="Arc 273">
                <a:extLst>
                  <a:ext uri="{FF2B5EF4-FFF2-40B4-BE49-F238E27FC236}">
                    <a16:creationId xmlns:a16="http://schemas.microsoft.com/office/drawing/2014/main" id="{C94DEBF4-C0A0-409F-73DB-4F52A4E5FF9B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79" name="Oval 278">
            <a:extLst>
              <a:ext uri="{FF2B5EF4-FFF2-40B4-BE49-F238E27FC236}">
                <a16:creationId xmlns:a16="http://schemas.microsoft.com/office/drawing/2014/main" id="{B28DB241-E95E-8EAE-C64F-507F32ADDA8D}"/>
              </a:ext>
            </a:extLst>
          </p:cNvPr>
          <p:cNvSpPr/>
          <p:nvPr/>
        </p:nvSpPr>
        <p:spPr>
          <a:xfrm flipV="1">
            <a:off x="9344563" y="2712819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A40D0EEB-8E98-E16A-08D9-4CBC07A46508}"/>
              </a:ext>
            </a:extLst>
          </p:cNvPr>
          <p:cNvCxnSpPr>
            <a:stCxn id="273" idx="2"/>
          </p:cNvCxnSpPr>
          <p:nvPr/>
        </p:nvCxnSpPr>
        <p:spPr>
          <a:xfrm>
            <a:off x="9432939" y="2660948"/>
            <a:ext cx="0" cy="344550"/>
          </a:xfrm>
          <a:prstGeom prst="line">
            <a:avLst/>
          </a:prstGeom>
          <a:ln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2A492197-0624-316C-D10D-E3711655812C}"/>
              </a:ext>
            </a:extLst>
          </p:cNvPr>
          <p:cNvCxnSpPr/>
          <p:nvPr/>
        </p:nvCxnSpPr>
        <p:spPr>
          <a:xfrm flipH="1" flipV="1">
            <a:off x="9418859" y="1747339"/>
            <a:ext cx="8211" cy="358652"/>
          </a:xfrm>
          <a:prstGeom prst="line">
            <a:avLst/>
          </a:prstGeom>
          <a:ln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7DBDC5D6-2FC8-2BCC-3243-EE830121E3DE}"/>
              </a:ext>
            </a:extLst>
          </p:cNvPr>
          <p:cNvGrpSpPr/>
          <p:nvPr/>
        </p:nvGrpSpPr>
        <p:grpSpPr>
          <a:xfrm rot="5400000" flipV="1">
            <a:off x="9700823" y="2298953"/>
            <a:ext cx="554957" cy="180000"/>
            <a:chOff x="2224309" y="1762688"/>
            <a:chExt cx="554957" cy="180000"/>
          </a:xfrm>
        </p:grpSpPr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C008B107-628A-016B-4BB0-D0A26010322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24309" y="1762688"/>
              <a:ext cx="180000" cy="180000"/>
              <a:chOff x="708025" y="1311275"/>
              <a:chExt cx="914400" cy="914400"/>
            </a:xfrm>
          </p:grpSpPr>
          <p:sp>
            <p:nvSpPr>
              <p:cNvPr id="290" name="Arc 289">
                <a:extLst>
                  <a:ext uri="{FF2B5EF4-FFF2-40B4-BE49-F238E27FC236}">
                    <a16:creationId xmlns:a16="http://schemas.microsoft.com/office/drawing/2014/main" id="{7D21D244-0788-6BE2-2E0B-8C03B1810C60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1" name="Arc 290">
                <a:extLst>
                  <a:ext uri="{FF2B5EF4-FFF2-40B4-BE49-F238E27FC236}">
                    <a16:creationId xmlns:a16="http://schemas.microsoft.com/office/drawing/2014/main" id="{F40D6128-0D8F-7D6B-491D-E6010BE726CB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63D355C0-8293-AE19-8154-3E0CD3A0AF4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10137" y="1762688"/>
              <a:ext cx="180000" cy="180000"/>
              <a:chOff x="708025" y="1311275"/>
              <a:chExt cx="914400" cy="914400"/>
            </a:xfrm>
          </p:grpSpPr>
          <p:sp>
            <p:nvSpPr>
              <p:cNvPr id="288" name="Arc 287">
                <a:extLst>
                  <a:ext uri="{FF2B5EF4-FFF2-40B4-BE49-F238E27FC236}">
                    <a16:creationId xmlns:a16="http://schemas.microsoft.com/office/drawing/2014/main" id="{724BF9DC-75E8-73A4-E95E-BBFBA12057AC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9" name="Arc 288">
                <a:extLst>
                  <a:ext uri="{FF2B5EF4-FFF2-40B4-BE49-F238E27FC236}">
                    <a16:creationId xmlns:a16="http://schemas.microsoft.com/office/drawing/2014/main" id="{DBA2C8F6-D0EE-5704-696A-008044E19FB6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9D199927-CB21-4BF5-CEC3-F6274B42D5A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99266" y="1762688"/>
              <a:ext cx="180000" cy="180000"/>
              <a:chOff x="708025" y="1311275"/>
              <a:chExt cx="914400" cy="914400"/>
            </a:xfrm>
          </p:grpSpPr>
          <p:sp>
            <p:nvSpPr>
              <p:cNvPr id="286" name="Arc 285">
                <a:extLst>
                  <a:ext uri="{FF2B5EF4-FFF2-40B4-BE49-F238E27FC236}">
                    <a16:creationId xmlns:a16="http://schemas.microsoft.com/office/drawing/2014/main" id="{AE0ED142-C959-66DB-E3B4-9124D72539D9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7" name="Arc 286">
                <a:extLst>
                  <a:ext uri="{FF2B5EF4-FFF2-40B4-BE49-F238E27FC236}">
                    <a16:creationId xmlns:a16="http://schemas.microsoft.com/office/drawing/2014/main" id="{1CAA7E90-03F5-6EF7-9B5F-5A7398C15286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92" name="Oval 291">
            <a:extLst>
              <a:ext uri="{FF2B5EF4-FFF2-40B4-BE49-F238E27FC236}">
                <a16:creationId xmlns:a16="http://schemas.microsoft.com/office/drawing/2014/main" id="{2023046B-4D31-D302-D741-801CEBE61746}"/>
              </a:ext>
            </a:extLst>
          </p:cNvPr>
          <p:cNvSpPr/>
          <p:nvPr/>
        </p:nvSpPr>
        <p:spPr>
          <a:xfrm flipV="1">
            <a:off x="9889926" y="2718303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CB14AC4E-F4E7-D0B4-84F7-E0D6BBF4F81E}"/>
              </a:ext>
            </a:extLst>
          </p:cNvPr>
          <p:cNvCxnSpPr>
            <a:stCxn id="286" idx="2"/>
          </p:cNvCxnSpPr>
          <p:nvPr/>
        </p:nvCxnSpPr>
        <p:spPr>
          <a:xfrm>
            <a:off x="9978302" y="2666432"/>
            <a:ext cx="0" cy="344550"/>
          </a:xfrm>
          <a:prstGeom prst="line">
            <a:avLst/>
          </a:prstGeom>
          <a:ln>
            <a:solidFill>
              <a:srgbClr val="0432FF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9974D11C-4D6F-C7F0-DC54-DC20EB1FB53B}"/>
              </a:ext>
            </a:extLst>
          </p:cNvPr>
          <p:cNvCxnSpPr/>
          <p:nvPr/>
        </p:nvCxnSpPr>
        <p:spPr>
          <a:xfrm flipH="1" flipV="1">
            <a:off x="9964222" y="1752823"/>
            <a:ext cx="8211" cy="358652"/>
          </a:xfrm>
          <a:prstGeom prst="line">
            <a:avLst/>
          </a:prstGeom>
          <a:ln>
            <a:solidFill>
              <a:srgbClr val="0432FF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5" name="TextBox 294">
            <a:extLst>
              <a:ext uri="{FF2B5EF4-FFF2-40B4-BE49-F238E27FC236}">
                <a16:creationId xmlns:a16="http://schemas.microsoft.com/office/drawing/2014/main" id="{C5CDB937-9420-A0A1-D8F1-4E48873FC744}"/>
              </a:ext>
            </a:extLst>
          </p:cNvPr>
          <p:cNvSpPr txBox="1"/>
          <p:nvPr/>
        </p:nvSpPr>
        <p:spPr>
          <a:xfrm>
            <a:off x="6709083" y="2858923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</a:t>
            </a: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26AB8F24-7601-712C-212B-00FF35E6D982}"/>
              </a:ext>
            </a:extLst>
          </p:cNvPr>
          <p:cNvSpPr txBox="1"/>
          <p:nvPr/>
        </p:nvSpPr>
        <p:spPr>
          <a:xfrm>
            <a:off x="7231854" y="2854765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</a:t>
            </a: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9CC38D84-8F6A-2298-A747-662B58B12B59}"/>
              </a:ext>
            </a:extLst>
          </p:cNvPr>
          <p:cNvSpPr txBox="1"/>
          <p:nvPr/>
        </p:nvSpPr>
        <p:spPr>
          <a:xfrm>
            <a:off x="7789338" y="2858923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</a:t>
            </a:r>
          </a:p>
        </p:txBody>
      </p: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8460BC73-FE27-CF5B-FEB9-376BA5115E91}"/>
              </a:ext>
            </a:extLst>
          </p:cNvPr>
          <p:cNvCxnSpPr>
            <a:cxnSpLocks/>
          </p:cNvCxnSpPr>
          <p:nvPr/>
        </p:nvCxnSpPr>
        <p:spPr>
          <a:xfrm flipH="1">
            <a:off x="8883098" y="1752823"/>
            <a:ext cx="1089335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6A0DDBDD-D5FA-BFD8-FFE2-A9F0701DEB68}"/>
                  </a:ext>
                </a:extLst>
              </p:cNvPr>
              <p:cNvSpPr txBox="1"/>
              <p:nvPr/>
            </p:nvSpPr>
            <p:spPr>
              <a:xfrm>
                <a:off x="8902889" y="2278162"/>
                <a:ext cx="171906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6A0DDBDD-D5FA-BFD8-FFE2-A9F0701DE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2889" y="2278162"/>
                <a:ext cx="171906" cy="207108"/>
              </a:xfrm>
              <a:prstGeom prst="rect">
                <a:avLst/>
              </a:prstGeom>
              <a:blipFill>
                <a:blip r:embed="rId11"/>
                <a:stretch>
                  <a:fillRect l="-20000" r="-6667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BD6E8CD0-6D67-3951-B717-4F0ABB157657}"/>
                  </a:ext>
                </a:extLst>
              </p:cNvPr>
              <p:cNvSpPr txBox="1"/>
              <p:nvPr/>
            </p:nvSpPr>
            <p:spPr>
              <a:xfrm>
                <a:off x="9428078" y="2278162"/>
                <a:ext cx="184538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BD6E8CD0-6D67-3951-B717-4F0ABB157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8078" y="2278162"/>
                <a:ext cx="184538" cy="207108"/>
              </a:xfrm>
              <a:prstGeom prst="rect">
                <a:avLst/>
              </a:prstGeom>
              <a:blipFill>
                <a:blip r:embed="rId12"/>
                <a:stretch>
                  <a:fillRect l="-20000" r="-6667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1" name="TextBox 300">
                <a:extLst>
                  <a:ext uri="{FF2B5EF4-FFF2-40B4-BE49-F238E27FC236}">
                    <a16:creationId xmlns:a16="http://schemas.microsoft.com/office/drawing/2014/main" id="{C728DB26-84AC-3068-6CF1-B1D45C040494}"/>
                  </a:ext>
                </a:extLst>
              </p:cNvPr>
              <p:cNvSpPr txBox="1"/>
              <p:nvPr/>
            </p:nvSpPr>
            <p:spPr>
              <a:xfrm>
                <a:off x="9987879" y="2278162"/>
                <a:ext cx="158312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301" name="TextBox 300">
                <a:extLst>
                  <a:ext uri="{FF2B5EF4-FFF2-40B4-BE49-F238E27FC236}">
                    <a16:creationId xmlns:a16="http://schemas.microsoft.com/office/drawing/2014/main" id="{C728DB26-84AC-3068-6CF1-B1D45C0404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7879" y="2278162"/>
                <a:ext cx="158312" cy="207108"/>
              </a:xfrm>
              <a:prstGeom prst="rect">
                <a:avLst/>
              </a:prstGeom>
              <a:blipFill>
                <a:blip r:embed="rId13"/>
                <a:stretch>
                  <a:fillRect l="-23077" r="-7692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5" name="TextBox 304">
            <a:extLst>
              <a:ext uri="{FF2B5EF4-FFF2-40B4-BE49-F238E27FC236}">
                <a16:creationId xmlns:a16="http://schemas.microsoft.com/office/drawing/2014/main" id="{ACFF045B-83CC-9526-102F-F744109A57B7}"/>
              </a:ext>
            </a:extLst>
          </p:cNvPr>
          <p:cNvSpPr txBox="1"/>
          <p:nvPr/>
        </p:nvSpPr>
        <p:spPr>
          <a:xfrm>
            <a:off x="7052721" y="1655686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EDF433F1-2F88-AAC0-B95F-F95B7C8000A6}"/>
              </a:ext>
            </a:extLst>
          </p:cNvPr>
          <p:cNvSpPr txBox="1"/>
          <p:nvPr/>
        </p:nvSpPr>
        <p:spPr>
          <a:xfrm>
            <a:off x="7575492" y="1651528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75B1339F-A1E4-31EC-666A-8784386D701B}"/>
              </a:ext>
            </a:extLst>
          </p:cNvPr>
          <p:cNvSpPr txBox="1"/>
          <p:nvPr/>
        </p:nvSpPr>
        <p:spPr>
          <a:xfrm>
            <a:off x="8132976" y="1655686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</a:p>
        </p:txBody>
      </p: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3F0520F3-967A-6294-8F41-753D4A58FB6C}"/>
              </a:ext>
            </a:extLst>
          </p:cNvPr>
          <p:cNvGrpSpPr/>
          <p:nvPr/>
        </p:nvGrpSpPr>
        <p:grpSpPr>
          <a:xfrm>
            <a:off x="7081301" y="667965"/>
            <a:ext cx="1089335" cy="1126221"/>
            <a:chOff x="4343727" y="1367021"/>
            <a:chExt cx="1089335" cy="350034"/>
          </a:xfrm>
        </p:grpSpPr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4030AF37-CE0E-F467-C86F-92DA5B68C9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3727" y="1372501"/>
              <a:ext cx="0" cy="34455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FD1BB139-5E0D-217F-129E-88E430D7AB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7699" y="1372505"/>
              <a:ext cx="0" cy="34455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50C3701E-CA64-8C8D-5326-633F372C40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3062" y="1367021"/>
              <a:ext cx="0" cy="344550"/>
            </a:xfrm>
            <a:prstGeom prst="line">
              <a:avLst/>
            </a:prstGeom>
            <a:ln>
              <a:solidFill>
                <a:srgbClr val="0432FF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2" name="TextBox 311">
            <a:extLst>
              <a:ext uri="{FF2B5EF4-FFF2-40B4-BE49-F238E27FC236}">
                <a16:creationId xmlns:a16="http://schemas.microsoft.com/office/drawing/2014/main" id="{DCF13451-6D73-E137-3390-CF97B8C34B20}"/>
              </a:ext>
            </a:extLst>
          </p:cNvPr>
          <p:cNvSpPr txBox="1"/>
          <p:nvPr/>
        </p:nvSpPr>
        <p:spPr>
          <a:xfrm>
            <a:off x="6444425" y="411849"/>
            <a:ext cx="21226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ABB Power Panel – UMC 1</a:t>
            </a:r>
          </a:p>
        </p:txBody>
      </p: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A0E8F311-C16E-B383-4105-CAFE7F960074}"/>
              </a:ext>
            </a:extLst>
          </p:cNvPr>
          <p:cNvGrpSpPr/>
          <p:nvPr/>
        </p:nvGrpSpPr>
        <p:grpSpPr>
          <a:xfrm>
            <a:off x="7097986" y="1798630"/>
            <a:ext cx="559899" cy="1258159"/>
            <a:chOff x="3004730" y="3362616"/>
            <a:chExt cx="559899" cy="1258159"/>
          </a:xfrm>
        </p:grpSpPr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2C75158E-312B-C878-3E91-A5B91E8D16F4}"/>
                </a:ext>
              </a:extLst>
            </p:cNvPr>
            <p:cNvCxnSpPr>
              <a:cxnSpLocks/>
            </p:cNvCxnSpPr>
            <p:nvPr/>
          </p:nvCxnSpPr>
          <p:spPr>
            <a:xfrm>
              <a:off x="3004730" y="4620775"/>
              <a:ext cx="23955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29C6879C-C812-91FB-3432-334743840CFF}"/>
                </a:ext>
              </a:extLst>
            </p:cNvPr>
            <p:cNvCxnSpPr/>
            <p:nvPr/>
          </p:nvCxnSpPr>
          <p:spPr>
            <a:xfrm flipV="1">
              <a:off x="3244281" y="3362616"/>
              <a:ext cx="10947" cy="12581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6CD856FE-E7CB-244C-77B8-90F3046B1DA5}"/>
                </a:ext>
              </a:extLst>
            </p:cNvPr>
            <p:cNvCxnSpPr>
              <a:cxnSpLocks/>
            </p:cNvCxnSpPr>
            <p:nvPr/>
          </p:nvCxnSpPr>
          <p:spPr>
            <a:xfrm>
              <a:off x="3244281" y="3362616"/>
              <a:ext cx="32034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7582935A-C646-8717-BA69-46B9156CC253}"/>
              </a:ext>
            </a:extLst>
          </p:cNvPr>
          <p:cNvGrpSpPr/>
          <p:nvPr/>
        </p:nvGrpSpPr>
        <p:grpSpPr>
          <a:xfrm>
            <a:off x="7648980" y="1794186"/>
            <a:ext cx="559899" cy="1258159"/>
            <a:chOff x="3004730" y="3362616"/>
            <a:chExt cx="559899" cy="1258159"/>
          </a:xfrm>
        </p:grpSpPr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EB9B6FCB-B52D-34F5-F0BC-2E399BE11EFD}"/>
                </a:ext>
              </a:extLst>
            </p:cNvPr>
            <p:cNvCxnSpPr>
              <a:cxnSpLocks/>
            </p:cNvCxnSpPr>
            <p:nvPr/>
          </p:nvCxnSpPr>
          <p:spPr>
            <a:xfrm>
              <a:off x="3004730" y="4620775"/>
              <a:ext cx="239551" cy="0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F8ED952D-7351-417F-4FE3-BE5182166C23}"/>
                </a:ext>
              </a:extLst>
            </p:cNvPr>
            <p:cNvCxnSpPr/>
            <p:nvPr/>
          </p:nvCxnSpPr>
          <p:spPr>
            <a:xfrm flipV="1">
              <a:off x="3244281" y="3362616"/>
              <a:ext cx="10947" cy="1258159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DD570171-BAFD-11CF-AF01-197B4EB3FE28}"/>
                </a:ext>
              </a:extLst>
            </p:cNvPr>
            <p:cNvCxnSpPr>
              <a:cxnSpLocks/>
            </p:cNvCxnSpPr>
            <p:nvPr/>
          </p:nvCxnSpPr>
          <p:spPr>
            <a:xfrm>
              <a:off x="3244281" y="3362616"/>
              <a:ext cx="320348" cy="0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E36F58F0-9A70-AB66-2AC5-EB4570B8A09C}"/>
              </a:ext>
            </a:extLst>
          </p:cNvPr>
          <p:cNvGrpSpPr/>
          <p:nvPr/>
        </p:nvGrpSpPr>
        <p:grpSpPr>
          <a:xfrm>
            <a:off x="6732177" y="1804202"/>
            <a:ext cx="1427408" cy="1465305"/>
            <a:chOff x="648045" y="3329651"/>
            <a:chExt cx="1427408" cy="1465305"/>
          </a:xfrm>
        </p:grpSpPr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36BA1671-E2B6-5AA3-C0E5-059A8DF04F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8045" y="4794956"/>
              <a:ext cx="142503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C33BD749-C15E-9A46-0C1C-AA3B1401B3AA}"/>
                </a:ext>
              </a:extLst>
            </p:cNvPr>
            <p:cNvCxnSpPr/>
            <p:nvPr/>
          </p:nvCxnSpPr>
          <p:spPr>
            <a:xfrm flipV="1">
              <a:off x="648045" y="3329651"/>
              <a:ext cx="10947" cy="146530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7B0B451F-4376-74A3-2846-07A83C474922}"/>
                </a:ext>
              </a:extLst>
            </p:cNvPr>
            <p:cNvCxnSpPr>
              <a:cxnSpLocks/>
            </p:cNvCxnSpPr>
            <p:nvPr/>
          </p:nvCxnSpPr>
          <p:spPr>
            <a:xfrm>
              <a:off x="648045" y="3329651"/>
              <a:ext cx="320348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CB2C1DB8-C54B-26F4-C971-752A5C5C9D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2320" y="4578442"/>
              <a:ext cx="3133" cy="21651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99259A86-B2FE-401F-2DF1-4E5485F20BE5}"/>
              </a:ext>
            </a:extLst>
          </p:cNvPr>
          <p:cNvGrpSpPr/>
          <p:nvPr/>
        </p:nvGrpSpPr>
        <p:grpSpPr>
          <a:xfrm flipV="1">
            <a:off x="8890283" y="2965405"/>
            <a:ext cx="1089335" cy="564604"/>
            <a:chOff x="4343727" y="1367021"/>
            <a:chExt cx="1089335" cy="350034"/>
          </a:xfrm>
        </p:grpSpPr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2FB99C35-4BD2-6FE3-D086-8926A8CAFF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3727" y="1372501"/>
              <a:ext cx="0" cy="34455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21F26014-1602-CEB2-3E4B-0B70EAF7C5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7699" y="1372505"/>
              <a:ext cx="0" cy="34455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897E307B-F127-8254-DA72-E1244062A1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3062" y="1367021"/>
              <a:ext cx="0" cy="344550"/>
            </a:xfrm>
            <a:prstGeom prst="line">
              <a:avLst/>
            </a:prstGeom>
            <a:ln>
              <a:solidFill>
                <a:srgbClr val="0432FF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0" name="TextBox 329">
            <a:extLst>
              <a:ext uri="{FF2B5EF4-FFF2-40B4-BE49-F238E27FC236}">
                <a16:creationId xmlns:a16="http://schemas.microsoft.com/office/drawing/2014/main" id="{0C87802E-013B-1E2C-EA83-C93902446F81}"/>
              </a:ext>
            </a:extLst>
          </p:cNvPr>
          <p:cNvSpPr txBox="1"/>
          <p:nvPr/>
        </p:nvSpPr>
        <p:spPr>
          <a:xfrm>
            <a:off x="8610477" y="3502540"/>
            <a:ext cx="1693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3-phase resistor bank</a:t>
            </a:r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7A769523-F087-6DFE-B47D-EABCF79F54DA}"/>
              </a:ext>
            </a:extLst>
          </p:cNvPr>
          <p:cNvSpPr txBox="1"/>
          <p:nvPr/>
        </p:nvSpPr>
        <p:spPr>
          <a:xfrm>
            <a:off x="8713246" y="1435203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BC01A0BD-F545-7E7C-C740-B9F39646D701}"/>
              </a:ext>
            </a:extLst>
          </p:cNvPr>
          <p:cNvSpPr txBox="1"/>
          <p:nvPr/>
        </p:nvSpPr>
        <p:spPr>
          <a:xfrm>
            <a:off x="9236017" y="1439361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</a:t>
            </a: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F5100642-3153-11DE-F0A4-A3B1FAB6A647}"/>
              </a:ext>
            </a:extLst>
          </p:cNvPr>
          <p:cNvSpPr txBox="1"/>
          <p:nvPr/>
        </p:nvSpPr>
        <p:spPr>
          <a:xfrm>
            <a:off x="9784158" y="1436925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</a:t>
            </a: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FB475E9A-D200-0A34-EB30-C456C7B95306}"/>
              </a:ext>
            </a:extLst>
          </p:cNvPr>
          <p:cNvSpPr txBox="1"/>
          <p:nvPr/>
        </p:nvSpPr>
        <p:spPr>
          <a:xfrm>
            <a:off x="8889169" y="287515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</a:t>
            </a:r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2CDA1CD4-85A3-BA15-D9EE-5E4F574C8F9C}"/>
              </a:ext>
            </a:extLst>
          </p:cNvPr>
          <p:cNvSpPr txBox="1"/>
          <p:nvPr/>
        </p:nvSpPr>
        <p:spPr>
          <a:xfrm>
            <a:off x="9411940" y="287931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</a:t>
            </a: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F6A1ED08-2DCA-9537-5E80-0D9AA8BD8468}"/>
              </a:ext>
            </a:extLst>
          </p:cNvPr>
          <p:cNvSpPr txBox="1"/>
          <p:nvPr/>
        </p:nvSpPr>
        <p:spPr>
          <a:xfrm>
            <a:off x="9960081" y="2876874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</a:t>
            </a:r>
          </a:p>
        </p:txBody>
      </p: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C31C3215-38FD-8EED-533D-C7BC962497A4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4527981" y="5458728"/>
            <a:ext cx="180000" cy="180000"/>
            <a:chOff x="708025" y="1311275"/>
            <a:chExt cx="914400" cy="914400"/>
          </a:xfrm>
        </p:grpSpPr>
        <p:sp>
          <p:nvSpPr>
            <p:cNvPr id="338" name="Arc 337">
              <a:extLst>
                <a:ext uri="{FF2B5EF4-FFF2-40B4-BE49-F238E27FC236}">
                  <a16:creationId xmlns:a16="http://schemas.microsoft.com/office/drawing/2014/main" id="{BDD94208-2BB7-E2F7-7E23-1270A907EF4F}"/>
                </a:ext>
              </a:extLst>
            </p:cNvPr>
            <p:cNvSpPr/>
            <p:nvPr/>
          </p:nvSpPr>
          <p:spPr>
            <a:xfrm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" name="Arc 338">
              <a:extLst>
                <a:ext uri="{FF2B5EF4-FFF2-40B4-BE49-F238E27FC236}">
                  <a16:creationId xmlns:a16="http://schemas.microsoft.com/office/drawing/2014/main" id="{344DE8CF-9F92-720A-78F5-63454A487314}"/>
                </a:ext>
              </a:extLst>
            </p:cNvPr>
            <p:cNvSpPr/>
            <p:nvPr/>
          </p:nvSpPr>
          <p:spPr>
            <a:xfrm flipH="1"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AF452554-E2F7-EA31-B2ED-7B9323C743C9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4527981" y="5272900"/>
            <a:ext cx="180000" cy="180000"/>
            <a:chOff x="708025" y="1311275"/>
            <a:chExt cx="914400" cy="914400"/>
          </a:xfrm>
        </p:grpSpPr>
        <p:sp>
          <p:nvSpPr>
            <p:cNvPr id="341" name="Arc 340">
              <a:extLst>
                <a:ext uri="{FF2B5EF4-FFF2-40B4-BE49-F238E27FC236}">
                  <a16:creationId xmlns:a16="http://schemas.microsoft.com/office/drawing/2014/main" id="{ADA97160-4FBD-1D85-FFC1-08E25798487C}"/>
                </a:ext>
              </a:extLst>
            </p:cNvPr>
            <p:cNvSpPr/>
            <p:nvPr/>
          </p:nvSpPr>
          <p:spPr>
            <a:xfrm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" name="Arc 341">
              <a:extLst>
                <a:ext uri="{FF2B5EF4-FFF2-40B4-BE49-F238E27FC236}">
                  <a16:creationId xmlns:a16="http://schemas.microsoft.com/office/drawing/2014/main" id="{83A8D311-B476-CABA-DC43-90BA0B0896B4}"/>
                </a:ext>
              </a:extLst>
            </p:cNvPr>
            <p:cNvSpPr/>
            <p:nvPr/>
          </p:nvSpPr>
          <p:spPr>
            <a:xfrm flipH="1"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C809642B-EFBE-2F1C-CC12-5179E8378A06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4527981" y="5083771"/>
            <a:ext cx="180000" cy="180000"/>
            <a:chOff x="708025" y="1311275"/>
            <a:chExt cx="914400" cy="914400"/>
          </a:xfrm>
        </p:grpSpPr>
        <p:sp>
          <p:nvSpPr>
            <p:cNvPr id="344" name="Arc 343">
              <a:extLst>
                <a:ext uri="{FF2B5EF4-FFF2-40B4-BE49-F238E27FC236}">
                  <a16:creationId xmlns:a16="http://schemas.microsoft.com/office/drawing/2014/main" id="{8A5B123A-AD61-3A50-05D7-1174320B49F8}"/>
                </a:ext>
              </a:extLst>
            </p:cNvPr>
            <p:cNvSpPr/>
            <p:nvPr/>
          </p:nvSpPr>
          <p:spPr>
            <a:xfrm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" name="Arc 344">
              <a:extLst>
                <a:ext uri="{FF2B5EF4-FFF2-40B4-BE49-F238E27FC236}">
                  <a16:creationId xmlns:a16="http://schemas.microsoft.com/office/drawing/2014/main" id="{B9F09C7F-1030-6F97-4E5D-74EDF734A8B8}"/>
                </a:ext>
              </a:extLst>
            </p:cNvPr>
            <p:cNvSpPr/>
            <p:nvPr/>
          </p:nvSpPr>
          <p:spPr>
            <a:xfrm flipH="1"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6" name="Oval 345">
            <a:extLst>
              <a:ext uri="{FF2B5EF4-FFF2-40B4-BE49-F238E27FC236}">
                <a16:creationId xmlns:a16="http://schemas.microsoft.com/office/drawing/2014/main" id="{53A3A183-6042-1C2E-BF77-5DDD9B9F25F9}"/>
              </a:ext>
            </a:extLst>
          </p:cNvPr>
          <p:cNvSpPr/>
          <p:nvPr/>
        </p:nvSpPr>
        <p:spPr>
          <a:xfrm>
            <a:off x="4529605" y="4995900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7" name="Straight Connector 346">
            <a:extLst>
              <a:ext uri="{FF2B5EF4-FFF2-40B4-BE49-F238E27FC236}">
                <a16:creationId xmlns:a16="http://schemas.microsoft.com/office/drawing/2014/main" id="{FD03A617-D77C-2F4E-3C32-2E23FEE380BB}"/>
              </a:ext>
            </a:extLst>
          </p:cNvPr>
          <p:cNvCxnSpPr>
            <a:stCxn id="344" idx="2"/>
          </p:cNvCxnSpPr>
          <p:nvPr/>
        </p:nvCxnSpPr>
        <p:spPr>
          <a:xfrm flipV="1">
            <a:off x="4617981" y="4739221"/>
            <a:ext cx="0" cy="344550"/>
          </a:xfrm>
          <a:prstGeom prst="line">
            <a:avLst/>
          </a:prstGeom>
          <a:ln>
            <a:solidFill>
              <a:srgbClr val="FF000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Straight Connector 347">
            <a:extLst>
              <a:ext uri="{FF2B5EF4-FFF2-40B4-BE49-F238E27FC236}">
                <a16:creationId xmlns:a16="http://schemas.microsoft.com/office/drawing/2014/main" id="{CF61FBA9-5C43-F59D-46E9-55B2ED29852E}"/>
              </a:ext>
            </a:extLst>
          </p:cNvPr>
          <p:cNvCxnSpPr/>
          <p:nvPr/>
        </p:nvCxnSpPr>
        <p:spPr>
          <a:xfrm flipH="1">
            <a:off x="4603901" y="5638728"/>
            <a:ext cx="8211" cy="358652"/>
          </a:xfrm>
          <a:prstGeom prst="line">
            <a:avLst/>
          </a:prstGeom>
          <a:ln>
            <a:solidFill>
              <a:srgbClr val="FF000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F8721229-B6FA-4B3E-936E-797D823C0655}"/>
              </a:ext>
            </a:extLst>
          </p:cNvPr>
          <p:cNvGrpSpPr/>
          <p:nvPr/>
        </p:nvGrpSpPr>
        <p:grpSpPr>
          <a:xfrm rot="16200000">
            <a:off x="4884474" y="5271254"/>
            <a:ext cx="554957" cy="180000"/>
            <a:chOff x="2224309" y="1762688"/>
            <a:chExt cx="554957" cy="180000"/>
          </a:xfrm>
        </p:grpSpPr>
        <p:grpSp>
          <p:nvGrpSpPr>
            <p:cNvPr id="350" name="Group 349">
              <a:extLst>
                <a:ext uri="{FF2B5EF4-FFF2-40B4-BE49-F238E27FC236}">
                  <a16:creationId xmlns:a16="http://schemas.microsoft.com/office/drawing/2014/main" id="{346C9A42-CB90-6348-AB27-3A6BD5A2636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24309" y="1762688"/>
              <a:ext cx="180000" cy="180000"/>
              <a:chOff x="708025" y="1311275"/>
              <a:chExt cx="914400" cy="914400"/>
            </a:xfrm>
          </p:grpSpPr>
          <p:sp>
            <p:nvSpPr>
              <p:cNvPr id="357" name="Arc 356">
                <a:extLst>
                  <a:ext uri="{FF2B5EF4-FFF2-40B4-BE49-F238E27FC236}">
                    <a16:creationId xmlns:a16="http://schemas.microsoft.com/office/drawing/2014/main" id="{482D6C8B-6CDF-2BA3-5F40-8B43F0BA46D7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8" name="Arc 357">
                <a:extLst>
                  <a:ext uri="{FF2B5EF4-FFF2-40B4-BE49-F238E27FC236}">
                    <a16:creationId xmlns:a16="http://schemas.microsoft.com/office/drawing/2014/main" id="{562965B9-1460-F85B-080E-0ACA031D9567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1" name="Group 350">
              <a:extLst>
                <a:ext uri="{FF2B5EF4-FFF2-40B4-BE49-F238E27FC236}">
                  <a16:creationId xmlns:a16="http://schemas.microsoft.com/office/drawing/2014/main" id="{8961371F-FD0F-5155-3F7F-F7421E9096C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10137" y="1762688"/>
              <a:ext cx="180000" cy="180000"/>
              <a:chOff x="708025" y="1311275"/>
              <a:chExt cx="914400" cy="914400"/>
            </a:xfrm>
          </p:grpSpPr>
          <p:sp>
            <p:nvSpPr>
              <p:cNvPr id="355" name="Arc 354">
                <a:extLst>
                  <a:ext uri="{FF2B5EF4-FFF2-40B4-BE49-F238E27FC236}">
                    <a16:creationId xmlns:a16="http://schemas.microsoft.com/office/drawing/2014/main" id="{3E19B68C-BA97-EF4B-B85D-6E934801CCFC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6" name="Arc 355">
                <a:extLst>
                  <a:ext uri="{FF2B5EF4-FFF2-40B4-BE49-F238E27FC236}">
                    <a16:creationId xmlns:a16="http://schemas.microsoft.com/office/drawing/2014/main" id="{2449257A-E7F2-038C-4D87-87FCC24A44CE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2" name="Group 351">
              <a:extLst>
                <a:ext uri="{FF2B5EF4-FFF2-40B4-BE49-F238E27FC236}">
                  <a16:creationId xmlns:a16="http://schemas.microsoft.com/office/drawing/2014/main" id="{C5A134BB-DCA9-7F6B-FB9F-C597A365404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99266" y="1762688"/>
              <a:ext cx="180000" cy="180000"/>
              <a:chOff x="708025" y="1311275"/>
              <a:chExt cx="914400" cy="914400"/>
            </a:xfrm>
          </p:grpSpPr>
          <p:sp>
            <p:nvSpPr>
              <p:cNvPr id="353" name="Arc 352">
                <a:extLst>
                  <a:ext uri="{FF2B5EF4-FFF2-40B4-BE49-F238E27FC236}">
                    <a16:creationId xmlns:a16="http://schemas.microsoft.com/office/drawing/2014/main" id="{5AA02030-28AC-C8DD-6BBB-3AA992380811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4" name="Arc 353">
                <a:extLst>
                  <a:ext uri="{FF2B5EF4-FFF2-40B4-BE49-F238E27FC236}">
                    <a16:creationId xmlns:a16="http://schemas.microsoft.com/office/drawing/2014/main" id="{5D4DDD9E-7D40-5C82-42AA-BDEA5EEC5311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59" name="Oval 358">
            <a:extLst>
              <a:ext uri="{FF2B5EF4-FFF2-40B4-BE49-F238E27FC236}">
                <a16:creationId xmlns:a16="http://schemas.microsoft.com/office/drawing/2014/main" id="{53E15FB1-7ACD-BC26-70F9-4DBABC63DAAE}"/>
              </a:ext>
            </a:extLst>
          </p:cNvPr>
          <p:cNvSpPr/>
          <p:nvPr/>
        </p:nvSpPr>
        <p:spPr>
          <a:xfrm>
            <a:off x="5073577" y="4995904"/>
            <a:ext cx="36000" cy="36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0" name="Straight Connector 359">
            <a:extLst>
              <a:ext uri="{FF2B5EF4-FFF2-40B4-BE49-F238E27FC236}">
                <a16:creationId xmlns:a16="http://schemas.microsoft.com/office/drawing/2014/main" id="{91318997-A23F-0F96-11C5-55FA44273908}"/>
              </a:ext>
            </a:extLst>
          </p:cNvPr>
          <p:cNvCxnSpPr>
            <a:stCxn id="353" idx="2"/>
          </p:cNvCxnSpPr>
          <p:nvPr/>
        </p:nvCxnSpPr>
        <p:spPr>
          <a:xfrm flipV="1">
            <a:off x="5161953" y="4739225"/>
            <a:ext cx="0" cy="344550"/>
          </a:xfrm>
          <a:prstGeom prst="line">
            <a:avLst/>
          </a:prstGeom>
          <a:ln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Straight Connector 360">
            <a:extLst>
              <a:ext uri="{FF2B5EF4-FFF2-40B4-BE49-F238E27FC236}">
                <a16:creationId xmlns:a16="http://schemas.microsoft.com/office/drawing/2014/main" id="{C0EF248D-7613-4A98-6B4F-DFAB5F9BE485}"/>
              </a:ext>
            </a:extLst>
          </p:cNvPr>
          <p:cNvCxnSpPr/>
          <p:nvPr/>
        </p:nvCxnSpPr>
        <p:spPr>
          <a:xfrm flipH="1">
            <a:off x="5147873" y="5638732"/>
            <a:ext cx="8211" cy="358652"/>
          </a:xfrm>
          <a:prstGeom prst="line">
            <a:avLst/>
          </a:prstGeom>
          <a:ln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2" name="Group 361">
            <a:extLst>
              <a:ext uri="{FF2B5EF4-FFF2-40B4-BE49-F238E27FC236}">
                <a16:creationId xmlns:a16="http://schemas.microsoft.com/office/drawing/2014/main" id="{AC184C2C-8559-6A4D-6449-B9B2284C24D3}"/>
              </a:ext>
            </a:extLst>
          </p:cNvPr>
          <p:cNvGrpSpPr/>
          <p:nvPr/>
        </p:nvGrpSpPr>
        <p:grpSpPr>
          <a:xfrm rot="16200000">
            <a:off x="5429837" y="5265770"/>
            <a:ext cx="554957" cy="180000"/>
            <a:chOff x="2224309" y="1762688"/>
            <a:chExt cx="554957" cy="180000"/>
          </a:xfrm>
        </p:grpSpPr>
        <p:grpSp>
          <p:nvGrpSpPr>
            <p:cNvPr id="363" name="Group 362">
              <a:extLst>
                <a:ext uri="{FF2B5EF4-FFF2-40B4-BE49-F238E27FC236}">
                  <a16:creationId xmlns:a16="http://schemas.microsoft.com/office/drawing/2014/main" id="{1783CDFC-AD8E-A0F9-5EB4-3F403E0D228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24309" y="1762688"/>
              <a:ext cx="180000" cy="180000"/>
              <a:chOff x="708025" y="1311275"/>
              <a:chExt cx="914400" cy="914400"/>
            </a:xfrm>
          </p:grpSpPr>
          <p:sp>
            <p:nvSpPr>
              <p:cNvPr id="370" name="Arc 369">
                <a:extLst>
                  <a:ext uri="{FF2B5EF4-FFF2-40B4-BE49-F238E27FC236}">
                    <a16:creationId xmlns:a16="http://schemas.microsoft.com/office/drawing/2014/main" id="{D8F6286C-D338-FCDC-A654-70E68CBBE876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1" name="Arc 370">
                <a:extLst>
                  <a:ext uri="{FF2B5EF4-FFF2-40B4-BE49-F238E27FC236}">
                    <a16:creationId xmlns:a16="http://schemas.microsoft.com/office/drawing/2014/main" id="{7033DA5A-AFC7-E911-2770-E6B452EE904F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4" name="Group 363">
              <a:extLst>
                <a:ext uri="{FF2B5EF4-FFF2-40B4-BE49-F238E27FC236}">
                  <a16:creationId xmlns:a16="http://schemas.microsoft.com/office/drawing/2014/main" id="{ACBE1F3F-FFCB-8773-53D4-0D4BC7F87E0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10137" y="1762688"/>
              <a:ext cx="180000" cy="180000"/>
              <a:chOff x="708025" y="1311275"/>
              <a:chExt cx="914400" cy="914400"/>
            </a:xfrm>
          </p:grpSpPr>
          <p:sp>
            <p:nvSpPr>
              <p:cNvPr id="368" name="Arc 367">
                <a:extLst>
                  <a:ext uri="{FF2B5EF4-FFF2-40B4-BE49-F238E27FC236}">
                    <a16:creationId xmlns:a16="http://schemas.microsoft.com/office/drawing/2014/main" id="{DBCD8DF8-6667-1E70-1A05-B60F3ADA24E1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9" name="Arc 368">
                <a:extLst>
                  <a:ext uri="{FF2B5EF4-FFF2-40B4-BE49-F238E27FC236}">
                    <a16:creationId xmlns:a16="http://schemas.microsoft.com/office/drawing/2014/main" id="{4D9B4766-9CA6-899C-1A78-8B68A3EEB465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5" name="Group 364">
              <a:extLst>
                <a:ext uri="{FF2B5EF4-FFF2-40B4-BE49-F238E27FC236}">
                  <a16:creationId xmlns:a16="http://schemas.microsoft.com/office/drawing/2014/main" id="{3A678B0E-27A3-0EC0-AC85-ADE82F2B01C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99266" y="1762688"/>
              <a:ext cx="180000" cy="180000"/>
              <a:chOff x="708025" y="1311275"/>
              <a:chExt cx="914400" cy="914400"/>
            </a:xfrm>
          </p:grpSpPr>
          <p:sp>
            <p:nvSpPr>
              <p:cNvPr id="366" name="Arc 365">
                <a:extLst>
                  <a:ext uri="{FF2B5EF4-FFF2-40B4-BE49-F238E27FC236}">
                    <a16:creationId xmlns:a16="http://schemas.microsoft.com/office/drawing/2014/main" id="{47894FF8-FB80-7E87-B34E-0111FBE52DEC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7" name="Arc 366">
                <a:extLst>
                  <a:ext uri="{FF2B5EF4-FFF2-40B4-BE49-F238E27FC236}">
                    <a16:creationId xmlns:a16="http://schemas.microsoft.com/office/drawing/2014/main" id="{D86F9BEB-ADED-C35F-F548-3E0A5B108500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72" name="Oval 371">
            <a:extLst>
              <a:ext uri="{FF2B5EF4-FFF2-40B4-BE49-F238E27FC236}">
                <a16:creationId xmlns:a16="http://schemas.microsoft.com/office/drawing/2014/main" id="{0093AC3E-0D70-642E-77E3-BC6DF142E109}"/>
              </a:ext>
            </a:extLst>
          </p:cNvPr>
          <p:cNvSpPr/>
          <p:nvPr/>
        </p:nvSpPr>
        <p:spPr>
          <a:xfrm>
            <a:off x="5618940" y="4990420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3" name="Straight Connector 372">
            <a:extLst>
              <a:ext uri="{FF2B5EF4-FFF2-40B4-BE49-F238E27FC236}">
                <a16:creationId xmlns:a16="http://schemas.microsoft.com/office/drawing/2014/main" id="{F96BAB6F-C4B1-292E-D4C7-8FCC217FE0DA}"/>
              </a:ext>
            </a:extLst>
          </p:cNvPr>
          <p:cNvCxnSpPr>
            <a:stCxn id="366" idx="2"/>
          </p:cNvCxnSpPr>
          <p:nvPr/>
        </p:nvCxnSpPr>
        <p:spPr>
          <a:xfrm flipV="1">
            <a:off x="5707316" y="4733741"/>
            <a:ext cx="0" cy="344550"/>
          </a:xfrm>
          <a:prstGeom prst="line">
            <a:avLst/>
          </a:prstGeom>
          <a:ln>
            <a:solidFill>
              <a:srgbClr val="0432FF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Connector 373">
            <a:extLst>
              <a:ext uri="{FF2B5EF4-FFF2-40B4-BE49-F238E27FC236}">
                <a16:creationId xmlns:a16="http://schemas.microsoft.com/office/drawing/2014/main" id="{79381BC0-F97D-31EF-0AA7-C7414E4652F5}"/>
              </a:ext>
            </a:extLst>
          </p:cNvPr>
          <p:cNvCxnSpPr/>
          <p:nvPr/>
        </p:nvCxnSpPr>
        <p:spPr>
          <a:xfrm flipH="1">
            <a:off x="5693236" y="5633248"/>
            <a:ext cx="8211" cy="358652"/>
          </a:xfrm>
          <a:prstGeom prst="line">
            <a:avLst/>
          </a:prstGeom>
          <a:ln>
            <a:solidFill>
              <a:srgbClr val="0432FF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5" name="TextBox 374">
                <a:extLst>
                  <a:ext uri="{FF2B5EF4-FFF2-40B4-BE49-F238E27FC236}">
                    <a16:creationId xmlns:a16="http://schemas.microsoft.com/office/drawing/2014/main" id="{E404FC24-8D3E-CC7B-7720-B60332FC5144}"/>
                  </a:ext>
                </a:extLst>
              </p:cNvPr>
              <p:cNvSpPr txBox="1"/>
              <p:nvPr/>
            </p:nvSpPr>
            <p:spPr>
              <a:xfrm>
                <a:off x="4635223" y="5270610"/>
                <a:ext cx="181332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375" name="TextBox 374">
                <a:extLst>
                  <a:ext uri="{FF2B5EF4-FFF2-40B4-BE49-F238E27FC236}">
                    <a16:creationId xmlns:a16="http://schemas.microsoft.com/office/drawing/2014/main" id="{E404FC24-8D3E-CC7B-7720-B60332FC5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5223" y="5270610"/>
                <a:ext cx="181332" cy="207108"/>
              </a:xfrm>
              <a:prstGeom prst="rect">
                <a:avLst/>
              </a:prstGeom>
              <a:blipFill>
                <a:blip r:embed="rId14"/>
                <a:stretch>
                  <a:fillRect l="-18750" r="-6250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6" name="TextBox 375">
                <a:extLst>
                  <a:ext uri="{FF2B5EF4-FFF2-40B4-BE49-F238E27FC236}">
                    <a16:creationId xmlns:a16="http://schemas.microsoft.com/office/drawing/2014/main" id="{B454BD78-D8A7-6EB8-4FAF-EE4C82B19DBF}"/>
                  </a:ext>
                </a:extLst>
              </p:cNvPr>
              <p:cNvSpPr txBox="1"/>
              <p:nvPr/>
            </p:nvSpPr>
            <p:spPr>
              <a:xfrm>
                <a:off x="5160412" y="5270610"/>
                <a:ext cx="194156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376" name="TextBox 375">
                <a:extLst>
                  <a:ext uri="{FF2B5EF4-FFF2-40B4-BE49-F238E27FC236}">
                    <a16:creationId xmlns:a16="http://schemas.microsoft.com/office/drawing/2014/main" id="{B454BD78-D8A7-6EB8-4FAF-EE4C82B19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0412" y="5270610"/>
                <a:ext cx="194156" cy="207108"/>
              </a:xfrm>
              <a:prstGeom prst="rect">
                <a:avLst/>
              </a:prstGeom>
              <a:blipFill>
                <a:blip r:embed="rId15"/>
                <a:stretch>
                  <a:fillRect l="-18750" r="-6250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7" name="TextBox 376">
                <a:extLst>
                  <a:ext uri="{FF2B5EF4-FFF2-40B4-BE49-F238E27FC236}">
                    <a16:creationId xmlns:a16="http://schemas.microsoft.com/office/drawing/2014/main" id="{B51B84E2-C87D-4404-2253-5F63F8478ACF}"/>
                  </a:ext>
                </a:extLst>
              </p:cNvPr>
              <p:cNvSpPr txBox="1"/>
              <p:nvPr/>
            </p:nvSpPr>
            <p:spPr>
              <a:xfrm>
                <a:off x="5720213" y="5270610"/>
                <a:ext cx="186461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377" name="TextBox 376">
                <a:extLst>
                  <a:ext uri="{FF2B5EF4-FFF2-40B4-BE49-F238E27FC236}">
                    <a16:creationId xmlns:a16="http://schemas.microsoft.com/office/drawing/2014/main" id="{B51B84E2-C87D-4404-2253-5F63F8478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0213" y="5270610"/>
                <a:ext cx="186461" cy="207108"/>
              </a:xfrm>
              <a:prstGeom prst="rect">
                <a:avLst/>
              </a:prstGeom>
              <a:blipFill>
                <a:blip r:embed="rId16"/>
                <a:stretch>
                  <a:fillRect l="-18750" r="-6250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8" name="Group 377">
            <a:extLst>
              <a:ext uri="{FF2B5EF4-FFF2-40B4-BE49-F238E27FC236}">
                <a16:creationId xmlns:a16="http://schemas.microsoft.com/office/drawing/2014/main" id="{7912A662-9426-D96D-98CF-89BE7D7DC4C7}"/>
              </a:ext>
            </a:extLst>
          </p:cNvPr>
          <p:cNvGrpSpPr>
            <a:grpSpLocks noChangeAspect="1"/>
          </p:cNvGrpSpPr>
          <p:nvPr/>
        </p:nvGrpSpPr>
        <p:grpSpPr>
          <a:xfrm rot="5400000" flipV="1">
            <a:off x="6329778" y="5051030"/>
            <a:ext cx="180000" cy="180000"/>
            <a:chOff x="708025" y="1311275"/>
            <a:chExt cx="914400" cy="914400"/>
          </a:xfrm>
        </p:grpSpPr>
        <p:sp>
          <p:nvSpPr>
            <p:cNvPr id="379" name="Arc 378">
              <a:extLst>
                <a:ext uri="{FF2B5EF4-FFF2-40B4-BE49-F238E27FC236}">
                  <a16:creationId xmlns:a16="http://schemas.microsoft.com/office/drawing/2014/main" id="{73B514F0-C270-27D5-21BB-1B7937C93D88}"/>
                </a:ext>
              </a:extLst>
            </p:cNvPr>
            <p:cNvSpPr/>
            <p:nvPr/>
          </p:nvSpPr>
          <p:spPr>
            <a:xfrm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0" name="Arc 379">
              <a:extLst>
                <a:ext uri="{FF2B5EF4-FFF2-40B4-BE49-F238E27FC236}">
                  <a16:creationId xmlns:a16="http://schemas.microsoft.com/office/drawing/2014/main" id="{4EBDEEBA-56B5-4915-0C2D-639085BDDFE5}"/>
                </a:ext>
              </a:extLst>
            </p:cNvPr>
            <p:cNvSpPr/>
            <p:nvPr/>
          </p:nvSpPr>
          <p:spPr>
            <a:xfrm flipH="1"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1" name="Group 380">
            <a:extLst>
              <a:ext uri="{FF2B5EF4-FFF2-40B4-BE49-F238E27FC236}">
                <a16:creationId xmlns:a16="http://schemas.microsoft.com/office/drawing/2014/main" id="{B1179AD6-638A-DFAE-B5A5-5169CCDEDE7D}"/>
              </a:ext>
            </a:extLst>
          </p:cNvPr>
          <p:cNvGrpSpPr>
            <a:grpSpLocks noChangeAspect="1"/>
          </p:cNvGrpSpPr>
          <p:nvPr/>
        </p:nvGrpSpPr>
        <p:grpSpPr>
          <a:xfrm rot="5400000" flipV="1">
            <a:off x="6329778" y="5236858"/>
            <a:ext cx="180000" cy="180000"/>
            <a:chOff x="708025" y="1311275"/>
            <a:chExt cx="914400" cy="914400"/>
          </a:xfrm>
        </p:grpSpPr>
        <p:sp>
          <p:nvSpPr>
            <p:cNvPr id="382" name="Arc 381">
              <a:extLst>
                <a:ext uri="{FF2B5EF4-FFF2-40B4-BE49-F238E27FC236}">
                  <a16:creationId xmlns:a16="http://schemas.microsoft.com/office/drawing/2014/main" id="{3E31802C-10BF-E065-7EA0-1A92F0165E70}"/>
                </a:ext>
              </a:extLst>
            </p:cNvPr>
            <p:cNvSpPr/>
            <p:nvPr/>
          </p:nvSpPr>
          <p:spPr>
            <a:xfrm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3" name="Arc 382">
              <a:extLst>
                <a:ext uri="{FF2B5EF4-FFF2-40B4-BE49-F238E27FC236}">
                  <a16:creationId xmlns:a16="http://schemas.microsoft.com/office/drawing/2014/main" id="{45B514C1-691B-3B42-765A-82EBD9C5DDF3}"/>
                </a:ext>
              </a:extLst>
            </p:cNvPr>
            <p:cNvSpPr/>
            <p:nvPr/>
          </p:nvSpPr>
          <p:spPr>
            <a:xfrm flipH="1"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4" name="Group 383">
            <a:extLst>
              <a:ext uri="{FF2B5EF4-FFF2-40B4-BE49-F238E27FC236}">
                <a16:creationId xmlns:a16="http://schemas.microsoft.com/office/drawing/2014/main" id="{CE34242E-53A9-30BF-676C-A0C7B16DB61B}"/>
              </a:ext>
            </a:extLst>
          </p:cNvPr>
          <p:cNvGrpSpPr>
            <a:grpSpLocks noChangeAspect="1"/>
          </p:cNvGrpSpPr>
          <p:nvPr/>
        </p:nvGrpSpPr>
        <p:grpSpPr>
          <a:xfrm rot="5400000" flipV="1">
            <a:off x="6329778" y="5425987"/>
            <a:ext cx="180000" cy="180000"/>
            <a:chOff x="708025" y="1311275"/>
            <a:chExt cx="914400" cy="914400"/>
          </a:xfrm>
        </p:grpSpPr>
        <p:sp>
          <p:nvSpPr>
            <p:cNvPr id="385" name="Arc 384">
              <a:extLst>
                <a:ext uri="{FF2B5EF4-FFF2-40B4-BE49-F238E27FC236}">
                  <a16:creationId xmlns:a16="http://schemas.microsoft.com/office/drawing/2014/main" id="{ABFA9F04-BED7-35EA-39DF-B1642C1DCC00}"/>
                </a:ext>
              </a:extLst>
            </p:cNvPr>
            <p:cNvSpPr/>
            <p:nvPr/>
          </p:nvSpPr>
          <p:spPr>
            <a:xfrm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6" name="Arc 385">
              <a:extLst>
                <a:ext uri="{FF2B5EF4-FFF2-40B4-BE49-F238E27FC236}">
                  <a16:creationId xmlns:a16="http://schemas.microsoft.com/office/drawing/2014/main" id="{F3C78D54-1AE2-557F-2A39-7D2ED3AD052E}"/>
                </a:ext>
              </a:extLst>
            </p:cNvPr>
            <p:cNvSpPr/>
            <p:nvPr/>
          </p:nvSpPr>
          <p:spPr>
            <a:xfrm flipH="1">
              <a:off x="708025" y="1311275"/>
              <a:ext cx="914400" cy="914400"/>
            </a:xfrm>
            <a:prstGeom prst="arc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7" name="Oval 386">
            <a:extLst>
              <a:ext uri="{FF2B5EF4-FFF2-40B4-BE49-F238E27FC236}">
                <a16:creationId xmlns:a16="http://schemas.microsoft.com/office/drawing/2014/main" id="{FCE0AC5E-C286-A4D8-24AD-F0F8EF646EFD}"/>
              </a:ext>
            </a:extLst>
          </p:cNvPr>
          <p:cNvSpPr/>
          <p:nvPr/>
        </p:nvSpPr>
        <p:spPr>
          <a:xfrm flipV="1">
            <a:off x="6331402" y="5657858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8" name="Straight Connector 387">
            <a:extLst>
              <a:ext uri="{FF2B5EF4-FFF2-40B4-BE49-F238E27FC236}">
                <a16:creationId xmlns:a16="http://schemas.microsoft.com/office/drawing/2014/main" id="{C23C7F8D-7F0D-21BD-5E34-FF78B4F09B8E}"/>
              </a:ext>
            </a:extLst>
          </p:cNvPr>
          <p:cNvCxnSpPr>
            <a:stCxn id="385" idx="2"/>
          </p:cNvCxnSpPr>
          <p:nvPr/>
        </p:nvCxnSpPr>
        <p:spPr>
          <a:xfrm>
            <a:off x="6419778" y="5605987"/>
            <a:ext cx="0" cy="344550"/>
          </a:xfrm>
          <a:prstGeom prst="line">
            <a:avLst/>
          </a:prstGeom>
          <a:ln>
            <a:solidFill>
              <a:srgbClr val="FF000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Straight Connector 388">
            <a:extLst>
              <a:ext uri="{FF2B5EF4-FFF2-40B4-BE49-F238E27FC236}">
                <a16:creationId xmlns:a16="http://schemas.microsoft.com/office/drawing/2014/main" id="{FBEEF0A9-997F-34D7-3271-74771778E22D}"/>
              </a:ext>
            </a:extLst>
          </p:cNvPr>
          <p:cNvCxnSpPr/>
          <p:nvPr/>
        </p:nvCxnSpPr>
        <p:spPr>
          <a:xfrm flipH="1" flipV="1">
            <a:off x="6405698" y="4692378"/>
            <a:ext cx="8211" cy="358652"/>
          </a:xfrm>
          <a:prstGeom prst="line">
            <a:avLst/>
          </a:prstGeom>
          <a:ln>
            <a:solidFill>
              <a:srgbClr val="FF000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DC711D31-0570-29C2-37A2-6137A31BF4FA}"/>
              </a:ext>
            </a:extLst>
          </p:cNvPr>
          <p:cNvGrpSpPr/>
          <p:nvPr/>
        </p:nvGrpSpPr>
        <p:grpSpPr>
          <a:xfrm rot="5400000" flipV="1">
            <a:off x="6686271" y="5238504"/>
            <a:ext cx="554957" cy="180000"/>
            <a:chOff x="2224309" y="1762688"/>
            <a:chExt cx="554957" cy="180000"/>
          </a:xfrm>
        </p:grpSpPr>
        <p:grpSp>
          <p:nvGrpSpPr>
            <p:cNvPr id="391" name="Group 390">
              <a:extLst>
                <a:ext uri="{FF2B5EF4-FFF2-40B4-BE49-F238E27FC236}">
                  <a16:creationId xmlns:a16="http://schemas.microsoft.com/office/drawing/2014/main" id="{2E6AF002-F532-FD71-64BE-B302EC4FC45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24309" y="1762688"/>
              <a:ext cx="180000" cy="180000"/>
              <a:chOff x="708025" y="1311275"/>
              <a:chExt cx="914400" cy="914400"/>
            </a:xfrm>
          </p:grpSpPr>
          <p:sp>
            <p:nvSpPr>
              <p:cNvPr id="398" name="Arc 397">
                <a:extLst>
                  <a:ext uri="{FF2B5EF4-FFF2-40B4-BE49-F238E27FC236}">
                    <a16:creationId xmlns:a16="http://schemas.microsoft.com/office/drawing/2014/main" id="{DB60BD8F-FA5C-3BAA-6D3C-013292D21DDE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9" name="Arc 398">
                <a:extLst>
                  <a:ext uri="{FF2B5EF4-FFF2-40B4-BE49-F238E27FC236}">
                    <a16:creationId xmlns:a16="http://schemas.microsoft.com/office/drawing/2014/main" id="{6727EF77-7400-A016-F76C-E9418C9AA360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id="{C0667D31-5F58-6A6E-E708-E01E372E934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10137" y="1762688"/>
              <a:ext cx="180000" cy="180000"/>
              <a:chOff x="708025" y="1311275"/>
              <a:chExt cx="914400" cy="914400"/>
            </a:xfrm>
          </p:grpSpPr>
          <p:sp>
            <p:nvSpPr>
              <p:cNvPr id="396" name="Arc 395">
                <a:extLst>
                  <a:ext uri="{FF2B5EF4-FFF2-40B4-BE49-F238E27FC236}">
                    <a16:creationId xmlns:a16="http://schemas.microsoft.com/office/drawing/2014/main" id="{816F1D67-B502-FAB2-069B-A807E4449E75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7" name="Arc 396">
                <a:extLst>
                  <a:ext uri="{FF2B5EF4-FFF2-40B4-BE49-F238E27FC236}">
                    <a16:creationId xmlns:a16="http://schemas.microsoft.com/office/drawing/2014/main" id="{C5A0D2D1-0ED4-18B0-9EFC-F739D025EF88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3" name="Group 392">
              <a:extLst>
                <a:ext uri="{FF2B5EF4-FFF2-40B4-BE49-F238E27FC236}">
                  <a16:creationId xmlns:a16="http://schemas.microsoft.com/office/drawing/2014/main" id="{D9787617-03A8-F39E-029A-2B62B73E84B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99266" y="1762688"/>
              <a:ext cx="180000" cy="180000"/>
              <a:chOff x="708025" y="1311275"/>
              <a:chExt cx="914400" cy="914400"/>
            </a:xfrm>
          </p:grpSpPr>
          <p:sp>
            <p:nvSpPr>
              <p:cNvPr id="394" name="Arc 393">
                <a:extLst>
                  <a:ext uri="{FF2B5EF4-FFF2-40B4-BE49-F238E27FC236}">
                    <a16:creationId xmlns:a16="http://schemas.microsoft.com/office/drawing/2014/main" id="{5BC80B2E-8702-2079-2C60-8EBECFCCD20D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5" name="Arc 394">
                <a:extLst>
                  <a:ext uri="{FF2B5EF4-FFF2-40B4-BE49-F238E27FC236}">
                    <a16:creationId xmlns:a16="http://schemas.microsoft.com/office/drawing/2014/main" id="{32198534-A06E-1988-104B-0C520C9F25A0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00" name="Oval 399">
            <a:extLst>
              <a:ext uri="{FF2B5EF4-FFF2-40B4-BE49-F238E27FC236}">
                <a16:creationId xmlns:a16="http://schemas.microsoft.com/office/drawing/2014/main" id="{A62992A5-AD9B-295B-901A-94C572585843}"/>
              </a:ext>
            </a:extLst>
          </p:cNvPr>
          <p:cNvSpPr/>
          <p:nvPr/>
        </p:nvSpPr>
        <p:spPr>
          <a:xfrm flipV="1">
            <a:off x="6875374" y="5657854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1" name="Straight Connector 400">
            <a:extLst>
              <a:ext uri="{FF2B5EF4-FFF2-40B4-BE49-F238E27FC236}">
                <a16:creationId xmlns:a16="http://schemas.microsoft.com/office/drawing/2014/main" id="{DA5CE199-E9A2-1D8B-AD7C-57C32A6771F5}"/>
              </a:ext>
            </a:extLst>
          </p:cNvPr>
          <p:cNvCxnSpPr>
            <a:stCxn id="394" idx="2"/>
          </p:cNvCxnSpPr>
          <p:nvPr/>
        </p:nvCxnSpPr>
        <p:spPr>
          <a:xfrm>
            <a:off x="6963750" y="5605983"/>
            <a:ext cx="0" cy="344550"/>
          </a:xfrm>
          <a:prstGeom prst="line">
            <a:avLst/>
          </a:prstGeom>
          <a:ln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B0BF0A06-C8F3-E19B-F97A-149AA39FC509}"/>
              </a:ext>
            </a:extLst>
          </p:cNvPr>
          <p:cNvCxnSpPr/>
          <p:nvPr/>
        </p:nvCxnSpPr>
        <p:spPr>
          <a:xfrm flipH="1" flipV="1">
            <a:off x="6949670" y="4692374"/>
            <a:ext cx="8211" cy="358652"/>
          </a:xfrm>
          <a:prstGeom prst="line">
            <a:avLst/>
          </a:prstGeom>
          <a:ln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31AB0632-B2FD-1472-97E4-EEF8058A7081}"/>
              </a:ext>
            </a:extLst>
          </p:cNvPr>
          <p:cNvGrpSpPr/>
          <p:nvPr/>
        </p:nvGrpSpPr>
        <p:grpSpPr>
          <a:xfrm rot="5400000" flipV="1">
            <a:off x="7231634" y="5243988"/>
            <a:ext cx="554957" cy="180000"/>
            <a:chOff x="2224309" y="1762688"/>
            <a:chExt cx="554957" cy="180000"/>
          </a:xfrm>
        </p:grpSpPr>
        <p:grpSp>
          <p:nvGrpSpPr>
            <p:cNvPr id="404" name="Group 403">
              <a:extLst>
                <a:ext uri="{FF2B5EF4-FFF2-40B4-BE49-F238E27FC236}">
                  <a16:creationId xmlns:a16="http://schemas.microsoft.com/office/drawing/2014/main" id="{9E8B0A6B-5231-0E4D-6A47-ADA0563182C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24309" y="1762688"/>
              <a:ext cx="180000" cy="180000"/>
              <a:chOff x="708025" y="1311275"/>
              <a:chExt cx="914400" cy="914400"/>
            </a:xfrm>
          </p:grpSpPr>
          <p:sp>
            <p:nvSpPr>
              <p:cNvPr id="411" name="Arc 410">
                <a:extLst>
                  <a:ext uri="{FF2B5EF4-FFF2-40B4-BE49-F238E27FC236}">
                    <a16:creationId xmlns:a16="http://schemas.microsoft.com/office/drawing/2014/main" id="{ACFA13EB-782C-BB16-4EA2-B16FB36CDF37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2" name="Arc 411">
                <a:extLst>
                  <a:ext uri="{FF2B5EF4-FFF2-40B4-BE49-F238E27FC236}">
                    <a16:creationId xmlns:a16="http://schemas.microsoft.com/office/drawing/2014/main" id="{7913526C-F514-312A-5D10-9A86F30DB0CE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5" name="Group 404">
              <a:extLst>
                <a:ext uri="{FF2B5EF4-FFF2-40B4-BE49-F238E27FC236}">
                  <a16:creationId xmlns:a16="http://schemas.microsoft.com/office/drawing/2014/main" id="{F51B56E7-0C0A-031A-6977-C0DF03D9E57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10137" y="1762688"/>
              <a:ext cx="180000" cy="180000"/>
              <a:chOff x="708025" y="1311275"/>
              <a:chExt cx="914400" cy="914400"/>
            </a:xfrm>
          </p:grpSpPr>
          <p:sp>
            <p:nvSpPr>
              <p:cNvPr id="409" name="Arc 408">
                <a:extLst>
                  <a:ext uri="{FF2B5EF4-FFF2-40B4-BE49-F238E27FC236}">
                    <a16:creationId xmlns:a16="http://schemas.microsoft.com/office/drawing/2014/main" id="{CF365930-D007-2E87-A218-1826C6C98C26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0" name="Arc 409">
                <a:extLst>
                  <a:ext uri="{FF2B5EF4-FFF2-40B4-BE49-F238E27FC236}">
                    <a16:creationId xmlns:a16="http://schemas.microsoft.com/office/drawing/2014/main" id="{A42D2C5D-3347-1783-2516-357D4D5827B6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6" name="Group 405">
              <a:extLst>
                <a:ext uri="{FF2B5EF4-FFF2-40B4-BE49-F238E27FC236}">
                  <a16:creationId xmlns:a16="http://schemas.microsoft.com/office/drawing/2014/main" id="{4EBE9EF3-D7D6-B47A-28E0-09FF10E45D8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99266" y="1762688"/>
              <a:ext cx="180000" cy="180000"/>
              <a:chOff x="708025" y="1311275"/>
              <a:chExt cx="914400" cy="914400"/>
            </a:xfrm>
          </p:grpSpPr>
          <p:sp>
            <p:nvSpPr>
              <p:cNvPr id="407" name="Arc 406">
                <a:extLst>
                  <a:ext uri="{FF2B5EF4-FFF2-40B4-BE49-F238E27FC236}">
                    <a16:creationId xmlns:a16="http://schemas.microsoft.com/office/drawing/2014/main" id="{7D05A4D5-A249-D8F3-4805-3D8FE9F849D0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8" name="Arc 407">
                <a:extLst>
                  <a:ext uri="{FF2B5EF4-FFF2-40B4-BE49-F238E27FC236}">
                    <a16:creationId xmlns:a16="http://schemas.microsoft.com/office/drawing/2014/main" id="{7260F949-BA15-182D-72FD-7B23DBF93B57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13" name="Oval 412">
            <a:extLst>
              <a:ext uri="{FF2B5EF4-FFF2-40B4-BE49-F238E27FC236}">
                <a16:creationId xmlns:a16="http://schemas.microsoft.com/office/drawing/2014/main" id="{C065DB2E-7398-2D48-6B40-F44985AF7F46}"/>
              </a:ext>
            </a:extLst>
          </p:cNvPr>
          <p:cNvSpPr/>
          <p:nvPr/>
        </p:nvSpPr>
        <p:spPr>
          <a:xfrm flipV="1">
            <a:off x="7420737" y="5663338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4" name="Straight Connector 413">
            <a:extLst>
              <a:ext uri="{FF2B5EF4-FFF2-40B4-BE49-F238E27FC236}">
                <a16:creationId xmlns:a16="http://schemas.microsoft.com/office/drawing/2014/main" id="{9E9AD78D-87BF-2EC0-290B-F255324C4EFE}"/>
              </a:ext>
            </a:extLst>
          </p:cNvPr>
          <p:cNvCxnSpPr>
            <a:stCxn id="407" idx="2"/>
          </p:cNvCxnSpPr>
          <p:nvPr/>
        </p:nvCxnSpPr>
        <p:spPr>
          <a:xfrm>
            <a:off x="7509113" y="5611467"/>
            <a:ext cx="0" cy="344550"/>
          </a:xfrm>
          <a:prstGeom prst="line">
            <a:avLst/>
          </a:prstGeom>
          <a:ln>
            <a:solidFill>
              <a:srgbClr val="0432FF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Straight Connector 414">
            <a:extLst>
              <a:ext uri="{FF2B5EF4-FFF2-40B4-BE49-F238E27FC236}">
                <a16:creationId xmlns:a16="http://schemas.microsoft.com/office/drawing/2014/main" id="{92D18CAB-977E-2C93-7EFF-FDFB126FDFD7}"/>
              </a:ext>
            </a:extLst>
          </p:cNvPr>
          <p:cNvCxnSpPr/>
          <p:nvPr/>
        </p:nvCxnSpPr>
        <p:spPr>
          <a:xfrm flipH="1" flipV="1">
            <a:off x="7495033" y="4697858"/>
            <a:ext cx="8211" cy="358652"/>
          </a:xfrm>
          <a:prstGeom prst="line">
            <a:avLst/>
          </a:prstGeom>
          <a:ln>
            <a:solidFill>
              <a:srgbClr val="0432FF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6" name="TextBox 415">
            <a:extLst>
              <a:ext uri="{FF2B5EF4-FFF2-40B4-BE49-F238E27FC236}">
                <a16:creationId xmlns:a16="http://schemas.microsoft.com/office/drawing/2014/main" id="{0E72DE39-53A8-75A1-8B72-D605CBCC1AC4}"/>
              </a:ext>
            </a:extLst>
          </p:cNvPr>
          <p:cNvSpPr txBox="1"/>
          <p:nvPr/>
        </p:nvSpPr>
        <p:spPr>
          <a:xfrm>
            <a:off x="4239894" y="5803958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</a:t>
            </a: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819EA03B-AE11-BEED-F288-622F9816F14D}"/>
              </a:ext>
            </a:extLst>
          </p:cNvPr>
          <p:cNvSpPr txBox="1"/>
          <p:nvPr/>
        </p:nvSpPr>
        <p:spPr>
          <a:xfrm>
            <a:off x="4762665" y="579980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</a:t>
            </a:r>
          </a:p>
        </p:txBody>
      </p:sp>
      <p:sp>
        <p:nvSpPr>
          <p:cNvPr id="418" name="TextBox 417">
            <a:extLst>
              <a:ext uri="{FF2B5EF4-FFF2-40B4-BE49-F238E27FC236}">
                <a16:creationId xmlns:a16="http://schemas.microsoft.com/office/drawing/2014/main" id="{DDA518EB-0BA6-9307-1AFE-918CC5ADFADF}"/>
              </a:ext>
            </a:extLst>
          </p:cNvPr>
          <p:cNvSpPr txBox="1"/>
          <p:nvPr/>
        </p:nvSpPr>
        <p:spPr>
          <a:xfrm>
            <a:off x="5320149" y="5803958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7A473855-792E-8109-3585-4BF3B78806DF}"/>
                  </a:ext>
                </a:extLst>
              </p:cNvPr>
              <p:cNvSpPr txBox="1"/>
              <p:nvPr/>
            </p:nvSpPr>
            <p:spPr>
              <a:xfrm>
                <a:off x="6433700" y="5223197"/>
                <a:ext cx="171906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7A473855-792E-8109-3585-4BF3B7880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3700" y="5223197"/>
                <a:ext cx="171906" cy="207108"/>
              </a:xfrm>
              <a:prstGeom prst="rect">
                <a:avLst/>
              </a:prstGeom>
              <a:blipFill>
                <a:blip r:embed="rId17"/>
                <a:stretch>
                  <a:fillRect l="-20000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1" name="TextBox 420">
                <a:extLst>
                  <a:ext uri="{FF2B5EF4-FFF2-40B4-BE49-F238E27FC236}">
                    <a16:creationId xmlns:a16="http://schemas.microsoft.com/office/drawing/2014/main" id="{7C36FB29-13EA-7F32-ECB0-3A58F7778483}"/>
                  </a:ext>
                </a:extLst>
              </p:cNvPr>
              <p:cNvSpPr txBox="1"/>
              <p:nvPr/>
            </p:nvSpPr>
            <p:spPr>
              <a:xfrm>
                <a:off x="6958889" y="5223197"/>
                <a:ext cx="184538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421" name="TextBox 420">
                <a:extLst>
                  <a:ext uri="{FF2B5EF4-FFF2-40B4-BE49-F238E27FC236}">
                    <a16:creationId xmlns:a16="http://schemas.microsoft.com/office/drawing/2014/main" id="{7C36FB29-13EA-7F32-ECB0-3A58F7778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8889" y="5223197"/>
                <a:ext cx="184538" cy="207108"/>
              </a:xfrm>
              <a:prstGeom prst="rect">
                <a:avLst/>
              </a:prstGeom>
              <a:blipFill>
                <a:blip r:embed="rId18"/>
                <a:stretch>
                  <a:fillRect l="-26667" r="-6667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2" name="TextBox 421">
                <a:extLst>
                  <a:ext uri="{FF2B5EF4-FFF2-40B4-BE49-F238E27FC236}">
                    <a16:creationId xmlns:a16="http://schemas.microsoft.com/office/drawing/2014/main" id="{A82A09A0-B5E1-5C7D-9ADF-2B064D405C0F}"/>
                  </a:ext>
                </a:extLst>
              </p:cNvPr>
              <p:cNvSpPr txBox="1"/>
              <p:nvPr/>
            </p:nvSpPr>
            <p:spPr>
              <a:xfrm>
                <a:off x="7518690" y="5223197"/>
                <a:ext cx="158312" cy="2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12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CA" sz="12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CA" sz="1200" b="0" dirty="0"/>
              </a:p>
            </p:txBody>
          </p:sp>
        </mc:Choice>
        <mc:Fallback xmlns="">
          <p:sp>
            <p:nvSpPr>
              <p:cNvPr id="422" name="TextBox 421">
                <a:extLst>
                  <a:ext uri="{FF2B5EF4-FFF2-40B4-BE49-F238E27FC236}">
                    <a16:creationId xmlns:a16="http://schemas.microsoft.com/office/drawing/2014/main" id="{A82A09A0-B5E1-5C7D-9ADF-2B064D405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8690" y="5223197"/>
                <a:ext cx="158312" cy="207108"/>
              </a:xfrm>
              <a:prstGeom prst="rect">
                <a:avLst/>
              </a:prstGeom>
              <a:blipFill>
                <a:blip r:embed="rId19"/>
                <a:stretch>
                  <a:fillRect l="-21429" r="-7143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3" name="TextBox 422">
            <a:extLst>
              <a:ext uri="{FF2B5EF4-FFF2-40B4-BE49-F238E27FC236}">
                <a16:creationId xmlns:a16="http://schemas.microsoft.com/office/drawing/2014/main" id="{B64EB34E-7AE3-F077-8B02-1A4B4E325428}"/>
              </a:ext>
            </a:extLst>
          </p:cNvPr>
          <p:cNvSpPr txBox="1"/>
          <p:nvPr/>
        </p:nvSpPr>
        <p:spPr>
          <a:xfrm>
            <a:off x="4583532" y="4600721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FFD51745-5E98-80D5-485F-4843051A3122}"/>
              </a:ext>
            </a:extLst>
          </p:cNvPr>
          <p:cNvSpPr txBox="1"/>
          <p:nvPr/>
        </p:nvSpPr>
        <p:spPr>
          <a:xfrm>
            <a:off x="5106303" y="4596563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</a:p>
        </p:txBody>
      </p:sp>
      <p:sp>
        <p:nvSpPr>
          <p:cNvPr id="425" name="TextBox 424">
            <a:extLst>
              <a:ext uri="{FF2B5EF4-FFF2-40B4-BE49-F238E27FC236}">
                <a16:creationId xmlns:a16="http://schemas.microsoft.com/office/drawing/2014/main" id="{5439C753-CC9D-2EFC-B4E6-D79907199F20}"/>
              </a:ext>
            </a:extLst>
          </p:cNvPr>
          <p:cNvSpPr txBox="1"/>
          <p:nvPr/>
        </p:nvSpPr>
        <p:spPr>
          <a:xfrm>
            <a:off x="5663787" y="4600721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</a:p>
        </p:txBody>
      </p:sp>
      <p:grpSp>
        <p:nvGrpSpPr>
          <p:cNvPr id="426" name="Group 425">
            <a:extLst>
              <a:ext uri="{FF2B5EF4-FFF2-40B4-BE49-F238E27FC236}">
                <a16:creationId xmlns:a16="http://schemas.microsoft.com/office/drawing/2014/main" id="{DDF2C51D-6BB6-ECF4-9EF5-188A8F1CDF90}"/>
              </a:ext>
            </a:extLst>
          </p:cNvPr>
          <p:cNvGrpSpPr/>
          <p:nvPr/>
        </p:nvGrpSpPr>
        <p:grpSpPr>
          <a:xfrm>
            <a:off x="4612112" y="4242391"/>
            <a:ext cx="1089335" cy="496830"/>
            <a:chOff x="4343727" y="1367021"/>
            <a:chExt cx="1089335" cy="350034"/>
          </a:xfrm>
        </p:grpSpPr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A867A0EF-0846-DD43-8FA2-8E7F98316C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3727" y="1372501"/>
              <a:ext cx="0" cy="34455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ABF49945-AD7B-F893-8384-E6A4ADA4B7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7699" y="1372505"/>
              <a:ext cx="0" cy="34455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28">
              <a:extLst>
                <a:ext uri="{FF2B5EF4-FFF2-40B4-BE49-F238E27FC236}">
                  <a16:creationId xmlns:a16="http://schemas.microsoft.com/office/drawing/2014/main" id="{59F9BDC5-E85A-C600-2809-340435722C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3062" y="1367021"/>
              <a:ext cx="0" cy="344550"/>
            </a:xfrm>
            <a:prstGeom prst="line">
              <a:avLst/>
            </a:prstGeom>
            <a:ln>
              <a:solidFill>
                <a:srgbClr val="0432FF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0" name="TextBox 429">
            <a:extLst>
              <a:ext uri="{FF2B5EF4-FFF2-40B4-BE49-F238E27FC236}">
                <a16:creationId xmlns:a16="http://schemas.microsoft.com/office/drawing/2014/main" id="{1BEEA27B-BB7E-A8BA-1BD5-A8E2D1142BB4}"/>
              </a:ext>
            </a:extLst>
          </p:cNvPr>
          <p:cNvSpPr txBox="1"/>
          <p:nvPr/>
        </p:nvSpPr>
        <p:spPr>
          <a:xfrm>
            <a:off x="3975236" y="3956145"/>
            <a:ext cx="21226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ABB Power Panel – UMC 1</a:t>
            </a:r>
          </a:p>
        </p:txBody>
      </p:sp>
      <p:grpSp>
        <p:nvGrpSpPr>
          <p:cNvPr id="431" name="Group 430">
            <a:extLst>
              <a:ext uri="{FF2B5EF4-FFF2-40B4-BE49-F238E27FC236}">
                <a16:creationId xmlns:a16="http://schemas.microsoft.com/office/drawing/2014/main" id="{4FDA7159-4387-D7E9-5216-02C58235CC2F}"/>
              </a:ext>
            </a:extLst>
          </p:cNvPr>
          <p:cNvGrpSpPr/>
          <p:nvPr/>
        </p:nvGrpSpPr>
        <p:grpSpPr>
          <a:xfrm>
            <a:off x="4628797" y="4743665"/>
            <a:ext cx="559899" cy="1258159"/>
            <a:chOff x="3004730" y="3362616"/>
            <a:chExt cx="559899" cy="1258159"/>
          </a:xfrm>
        </p:grpSpPr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9E8922B-8FAD-61AE-B1D9-5B4CD21F42E5}"/>
                </a:ext>
              </a:extLst>
            </p:cNvPr>
            <p:cNvCxnSpPr>
              <a:cxnSpLocks/>
            </p:cNvCxnSpPr>
            <p:nvPr/>
          </p:nvCxnSpPr>
          <p:spPr>
            <a:xfrm>
              <a:off x="3004730" y="4620775"/>
              <a:ext cx="23955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32">
              <a:extLst>
                <a:ext uri="{FF2B5EF4-FFF2-40B4-BE49-F238E27FC236}">
                  <a16:creationId xmlns:a16="http://schemas.microsoft.com/office/drawing/2014/main" id="{F3F472EE-E35F-7FA8-12E9-FE7848528AEE}"/>
                </a:ext>
              </a:extLst>
            </p:cNvPr>
            <p:cNvCxnSpPr/>
            <p:nvPr/>
          </p:nvCxnSpPr>
          <p:spPr>
            <a:xfrm flipV="1">
              <a:off x="3244281" y="3362616"/>
              <a:ext cx="10947" cy="12581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5EDBFB34-388C-1B9B-BCDB-96DDF310B13B}"/>
                </a:ext>
              </a:extLst>
            </p:cNvPr>
            <p:cNvCxnSpPr>
              <a:cxnSpLocks/>
            </p:cNvCxnSpPr>
            <p:nvPr/>
          </p:nvCxnSpPr>
          <p:spPr>
            <a:xfrm>
              <a:off x="3244281" y="3362616"/>
              <a:ext cx="32034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5" name="Group 434">
            <a:extLst>
              <a:ext uri="{FF2B5EF4-FFF2-40B4-BE49-F238E27FC236}">
                <a16:creationId xmlns:a16="http://schemas.microsoft.com/office/drawing/2014/main" id="{E6ED5AEE-61E8-AE80-81C1-D233C399108D}"/>
              </a:ext>
            </a:extLst>
          </p:cNvPr>
          <p:cNvGrpSpPr/>
          <p:nvPr/>
        </p:nvGrpSpPr>
        <p:grpSpPr>
          <a:xfrm>
            <a:off x="5179791" y="4739221"/>
            <a:ext cx="559899" cy="1258159"/>
            <a:chOff x="3004730" y="3362616"/>
            <a:chExt cx="559899" cy="1258159"/>
          </a:xfrm>
        </p:grpSpPr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id="{D2920FB7-7CA8-60C0-2B19-52A77C9D2D78}"/>
                </a:ext>
              </a:extLst>
            </p:cNvPr>
            <p:cNvCxnSpPr>
              <a:cxnSpLocks/>
            </p:cNvCxnSpPr>
            <p:nvPr/>
          </p:nvCxnSpPr>
          <p:spPr>
            <a:xfrm>
              <a:off x="3004730" y="4620775"/>
              <a:ext cx="239551" cy="0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F6D570D6-1F66-B4B8-6A81-F9CF87D671A2}"/>
                </a:ext>
              </a:extLst>
            </p:cNvPr>
            <p:cNvCxnSpPr/>
            <p:nvPr/>
          </p:nvCxnSpPr>
          <p:spPr>
            <a:xfrm flipV="1">
              <a:off x="3244281" y="3362616"/>
              <a:ext cx="10947" cy="1258159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6ED35182-1FB1-616F-B1D7-29E58130DB0A}"/>
                </a:ext>
              </a:extLst>
            </p:cNvPr>
            <p:cNvCxnSpPr>
              <a:cxnSpLocks/>
            </p:cNvCxnSpPr>
            <p:nvPr/>
          </p:nvCxnSpPr>
          <p:spPr>
            <a:xfrm>
              <a:off x="3244281" y="3362616"/>
              <a:ext cx="320348" cy="0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9" name="Group 438">
            <a:extLst>
              <a:ext uri="{FF2B5EF4-FFF2-40B4-BE49-F238E27FC236}">
                <a16:creationId xmlns:a16="http://schemas.microsoft.com/office/drawing/2014/main" id="{EC0006E7-0D6B-C56B-1834-8CB944246750}"/>
              </a:ext>
            </a:extLst>
          </p:cNvPr>
          <p:cNvGrpSpPr/>
          <p:nvPr/>
        </p:nvGrpSpPr>
        <p:grpSpPr>
          <a:xfrm>
            <a:off x="4262988" y="4749237"/>
            <a:ext cx="1427408" cy="1465305"/>
            <a:chOff x="648045" y="3329651"/>
            <a:chExt cx="1427408" cy="1465305"/>
          </a:xfrm>
        </p:grpSpPr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A6342735-2177-7B15-D5CD-F971600295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8045" y="4794956"/>
              <a:ext cx="142503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F277625D-6797-8053-E4E4-6A3772141FB2}"/>
                </a:ext>
              </a:extLst>
            </p:cNvPr>
            <p:cNvCxnSpPr/>
            <p:nvPr/>
          </p:nvCxnSpPr>
          <p:spPr>
            <a:xfrm flipV="1">
              <a:off x="648045" y="3329651"/>
              <a:ext cx="10947" cy="146530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E868F114-50C9-3167-4496-AA3EDF680920}"/>
                </a:ext>
              </a:extLst>
            </p:cNvPr>
            <p:cNvCxnSpPr>
              <a:cxnSpLocks/>
            </p:cNvCxnSpPr>
            <p:nvPr/>
          </p:nvCxnSpPr>
          <p:spPr>
            <a:xfrm>
              <a:off x="648045" y="3329651"/>
              <a:ext cx="320348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9F214651-C25C-1864-B791-9BB379C030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2320" y="4578442"/>
              <a:ext cx="3133" cy="21651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4" name="Group 443">
            <a:extLst>
              <a:ext uri="{FF2B5EF4-FFF2-40B4-BE49-F238E27FC236}">
                <a16:creationId xmlns:a16="http://schemas.microsoft.com/office/drawing/2014/main" id="{1222768E-B321-ED82-FA4E-837437FBD62D}"/>
              </a:ext>
            </a:extLst>
          </p:cNvPr>
          <p:cNvGrpSpPr/>
          <p:nvPr/>
        </p:nvGrpSpPr>
        <p:grpSpPr>
          <a:xfrm flipV="1">
            <a:off x="6421094" y="5910440"/>
            <a:ext cx="1089335" cy="564604"/>
            <a:chOff x="4343727" y="1367021"/>
            <a:chExt cx="1089335" cy="350034"/>
          </a:xfrm>
        </p:grpSpPr>
        <p:cxnSp>
          <p:nvCxnSpPr>
            <p:cNvPr id="445" name="Straight Connector 444">
              <a:extLst>
                <a:ext uri="{FF2B5EF4-FFF2-40B4-BE49-F238E27FC236}">
                  <a16:creationId xmlns:a16="http://schemas.microsoft.com/office/drawing/2014/main" id="{AC5FDCDC-0786-60B7-0976-46EF10E89B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3727" y="1372501"/>
              <a:ext cx="0" cy="34455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E809FC2F-4624-4E2E-E1D5-3F02D538DB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7699" y="1372505"/>
              <a:ext cx="0" cy="34455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46">
              <a:extLst>
                <a:ext uri="{FF2B5EF4-FFF2-40B4-BE49-F238E27FC236}">
                  <a16:creationId xmlns:a16="http://schemas.microsoft.com/office/drawing/2014/main" id="{24B73630-D33C-6CCB-F298-21B21E849B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3062" y="1367021"/>
              <a:ext cx="0" cy="344550"/>
            </a:xfrm>
            <a:prstGeom prst="line">
              <a:avLst/>
            </a:prstGeom>
            <a:ln>
              <a:solidFill>
                <a:srgbClr val="0432FF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8" name="TextBox 447">
            <a:extLst>
              <a:ext uri="{FF2B5EF4-FFF2-40B4-BE49-F238E27FC236}">
                <a16:creationId xmlns:a16="http://schemas.microsoft.com/office/drawing/2014/main" id="{AB4CB311-D88C-5FAB-ED58-5D43D4B3B222}"/>
              </a:ext>
            </a:extLst>
          </p:cNvPr>
          <p:cNvSpPr txBox="1"/>
          <p:nvPr/>
        </p:nvSpPr>
        <p:spPr>
          <a:xfrm>
            <a:off x="6141288" y="6447575"/>
            <a:ext cx="1693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3-phase resistor bank</a:t>
            </a: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2148370E-758E-6902-4F26-C0072F829B2C}"/>
              </a:ext>
            </a:extLst>
          </p:cNvPr>
          <p:cNvSpPr txBox="1"/>
          <p:nvPr/>
        </p:nvSpPr>
        <p:spPr>
          <a:xfrm>
            <a:off x="6095203" y="4550366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431E6FE6-DC0F-7578-B733-9AF615A0CFC1}"/>
              </a:ext>
            </a:extLst>
          </p:cNvPr>
          <p:cNvSpPr txBox="1"/>
          <p:nvPr/>
        </p:nvSpPr>
        <p:spPr>
          <a:xfrm>
            <a:off x="6617974" y="4554524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</a:t>
            </a: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C5DBB1FA-5066-FE80-D74B-DD6E67C53607}"/>
              </a:ext>
            </a:extLst>
          </p:cNvPr>
          <p:cNvSpPr txBox="1"/>
          <p:nvPr/>
        </p:nvSpPr>
        <p:spPr>
          <a:xfrm>
            <a:off x="7166115" y="4552088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</a:t>
            </a: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E7030758-E7A6-21FA-117A-18252F0BE7AE}"/>
              </a:ext>
            </a:extLst>
          </p:cNvPr>
          <p:cNvSpPr txBox="1"/>
          <p:nvPr/>
        </p:nvSpPr>
        <p:spPr>
          <a:xfrm>
            <a:off x="6398716" y="5820187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</a:t>
            </a: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C5652264-EC5B-A005-87F5-64F7567C3009}"/>
              </a:ext>
            </a:extLst>
          </p:cNvPr>
          <p:cNvSpPr txBox="1"/>
          <p:nvPr/>
        </p:nvSpPr>
        <p:spPr>
          <a:xfrm>
            <a:off x="6921487" y="5824345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</a:t>
            </a: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5932B444-9FCE-7330-1B1F-BDEE9FC36008}"/>
              </a:ext>
            </a:extLst>
          </p:cNvPr>
          <p:cNvSpPr txBox="1"/>
          <p:nvPr/>
        </p:nvSpPr>
        <p:spPr>
          <a:xfrm>
            <a:off x="7469628" y="5821909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</a:t>
            </a:r>
          </a:p>
        </p:txBody>
      </p:sp>
      <p:grpSp>
        <p:nvGrpSpPr>
          <p:cNvPr id="464" name="Group 463">
            <a:extLst>
              <a:ext uri="{FF2B5EF4-FFF2-40B4-BE49-F238E27FC236}">
                <a16:creationId xmlns:a16="http://schemas.microsoft.com/office/drawing/2014/main" id="{F68A5929-1FB3-C581-EA49-D08025B0A15C}"/>
              </a:ext>
            </a:extLst>
          </p:cNvPr>
          <p:cNvGrpSpPr/>
          <p:nvPr/>
        </p:nvGrpSpPr>
        <p:grpSpPr>
          <a:xfrm flipV="1">
            <a:off x="6980237" y="4700235"/>
            <a:ext cx="559899" cy="1258159"/>
            <a:chOff x="3004730" y="3362616"/>
            <a:chExt cx="559899" cy="1258159"/>
          </a:xfrm>
        </p:grpSpPr>
        <p:cxnSp>
          <p:nvCxnSpPr>
            <p:cNvPr id="465" name="Straight Connector 464">
              <a:extLst>
                <a:ext uri="{FF2B5EF4-FFF2-40B4-BE49-F238E27FC236}">
                  <a16:creationId xmlns:a16="http://schemas.microsoft.com/office/drawing/2014/main" id="{2D74356E-EEE5-D443-26F3-3C378ECBCB9B}"/>
                </a:ext>
              </a:extLst>
            </p:cNvPr>
            <p:cNvCxnSpPr>
              <a:cxnSpLocks/>
            </p:cNvCxnSpPr>
            <p:nvPr/>
          </p:nvCxnSpPr>
          <p:spPr>
            <a:xfrm>
              <a:off x="3004730" y="4620775"/>
              <a:ext cx="239551" cy="0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33E581CF-DD38-D96F-5490-D79D7F654A57}"/>
                </a:ext>
              </a:extLst>
            </p:cNvPr>
            <p:cNvCxnSpPr/>
            <p:nvPr/>
          </p:nvCxnSpPr>
          <p:spPr>
            <a:xfrm flipV="1">
              <a:off x="3244281" y="3362616"/>
              <a:ext cx="10947" cy="1258159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2BD7421E-3BF0-D2E5-B28F-247C8DBD7C58}"/>
                </a:ext>
              </a:extLst>
            </p:cNvPr>
            <p:cNvCxnSpPr>
              <a:cxnSpLocks/>
            </p:cNvCxnSpPr>
            <p:nvPr/>
          </p:nvCxnSpPr>
          <p:spPr>
            <a:xfrm>
              <a:off x="3244281" y="3362616"/>
              <a:ext cx="320348" cy="0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5B372D5-4DCA-2487-0B99-E5693E5C1B43}"/>
              </a:ext>
            </a:extLst>
          </p:cNvPr>
          <p:cNvGrpSpPr/>
          <p:nvPr/>
        </p:nvGrpSpPr>
        <p:grpSpPr>
          <a:xfrm>
            <a:off x="1452484" y="1715535"/>
            <a:ext cx="180000" cy="1263901"/>
            <a:chOff x="1170284" y="1729363"/>
            <a:chExt cx="180000" cy="126390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0F80041-417C-94C2-FCEB-7FCC135B2DCE}"/>
                </a:ext>
              </a:extLst>
            </p:cNvPr>
            <p:cNvGrpSpPr>
              <a:grpSpLocks noChangeAspect="1"/>
            </p:cNvGrpSpPr>
            <p:nvPr/>
          </p:nvGrpSpPr>
          <p:grpSpPr>
            <a:xfrm rot="16200000">
              <a:off x="1170284" y="2448870"/>
              <a:ext cx="180000" cy="180000"/>
              <a:chOff x="708025" y="1311275"/>
              <a:chExt cx="914400" cy="914400"/>
            </a:xfrm>
          </p:grpSpPr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285C0309-1F9F-B61A-A1B0-FE37E4FAC472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Arc 20">
                <a:extLst>
                  <a:ext uri="{FF2B5EF4-FFF2-40B4-BE49-F238E27FC236}">
                    <a16:creationId xmlns:a16="http://schemas.microsoft.com/office/drawing/2014/main" id="{9E9E4328-D68A-16A1-5AC5-1AA4345A7EE0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B916BD8-C8D1-8F39-B080-EE0E080CED54}"/>
                </a:ext>
              </a:extLst>
            </p:cNvPr>
            <p:cNvGrpSpPr>
              <a:grpSpLocks noChangeAspect="1"/>
            </p:cNvGrpSpPr>
            <p:nvPr/>
          </p:nvGrpSpPr>
          <p:grpSpPr>
            <a:xfrm rot="16200000">
              <a:off x="1170284" y="2263042"/>
              <a:ext cx="180000" cy="180000"/>
              <a:chOff x="708025" y="1311275"/>
              <a:chExt cx="914400" cy="914400"/>
            </a:xfrm>
          </p:grpSpPr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A4A92FAC-8D09-4B28-751A-8DC31C0DB9BB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BF5C7442-86E5-1FF8-5A4A-25BFF7190E58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F555879-EBFE-0E37-9420-0BAB10658297}"/>
                </a:ext>
              </a:extLst>
            </p:cNvPr>
            <p:cNvGrpSpPr>
              <a:grpSpLocks noChangeAspect="1"/>
            </p:cNvGrpSpPr>
            <p:nvPr/>
          </p:nvGrpSpPr>
          <p:grpSpPr>
            <a:xfrm rot="16200000">
              <a:off x="1170284" y="2073913"/>
              <a:ext cx="180000" cy="180000"/>
              <a:chOff x="708025" y="1311275"/>
              <a:chExt cx="914400" cy="914400"/>
            </a:xfrm>
          </p:grpSpPr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7B810866-AFAF-00A6-1B20-FDF20E8359BD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67F76D73-84E3-FC7E-C17A-8C2BF74A30A3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0AA4050-25E6-13F4-339B-280517A6D242}"/>
                </a:ext>
              </a:extLst>
            </p:cNvPr>
            <p:cNvCxnSpPr>
              <a:stCxn id="16" idx="2"/>
            </p:cNvCxnSpPr>
            <p:nvPr/>
          </p:nvCxnSpPr>
          <p:spPr>
            <a:xfrm flipV="1">
              <a:off x="1260284" y="1729363"/>
              <a:ext cx="0" cy="344550"/>
            </a:xfrm>
            <a:prstGeom prst="line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319F09F-A223-9434-D610-9188BEDD7B91}"/>
                </a:ext>
              </a:extLst>
            </p:cNvPr>
            <p:cNvCxnSpPr>
              <a:cxnSpLocks/>
            </p:cNvCxnSpPr>
            <p:nvPr/>
          </p:nvCxnSpPr>
          <p:spPr>
            <a:xfrm>
              <a:off x="1260664" y="2632881"/>
              <a:ext cx="3872" cy="360383"/>
            </a:xfrm>
            <a:prstGeom prst="line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8841E1C-217E-557C-0595-6CCA8EE793DA}"/>
              </a:ext>
            </a:extLst>
          </p:cNvPr>
          <p:cNvGrpSpPr/>
          <p:nvPr/>
        </p:nvGrpSpPr>
        <p:grpSpPr>
          <a:xfrm>
            <a:off x="2246030" y="1715535"/>
            <a:ext cx="180000" cy="1263901"/>
            <a:chOff x="1170284" y="1729363"/>
            <a:chExt cx="180000" cy="1263901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443AAFA-BE1B-443E-C7C7-FAC622E7DDBC}"/>
                </a:ext>
              </a:extLst>
            </p:cNvPr>
            <p:cNvGrpSpPr>
              <a:grpSpLocks noChangeAspect="1"/>
            </p:cNvGrpSpPr>
            <p:nvPr/>
          </p:nvGrpSpPr>
          <p:grpSpPr>
            <a:xfrm rot="16200000">
              <a:off x="1170284" y="2448870"/>
              <a:ext cx="180000" cy="180000"/>
              <a:chOff x="708025" y="1311275"/>
              <a:chExt cx="914400" cy="914400"/>
            </a:xfrm>
          </p:grpSpPr>
          <p:sp>
            <p:nvSpPr>
              <p:cNvPr id="34" name="Arc 33">
                <a:extLst>
                  <a:ext uri="{FF2B5EF4-FFF2-40B4-BE49-F238E27FC236}">
                    <a16:creationId xmlns:a16="http://schemas.microsoft.com/office/drawing/2014/main" id="{BB3D9270-A74B-227C-F369-C026E2AEEF7C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Arc 34">
                <a:extLst>
                  <a:ext uri="{FF2B5EF4-FFF2-40B4-BE49-F238E27FC236}">
                    <a16:creationId xmlns:a16="http://schemas.microsoft.com/office/drawing/2014/main" id="{304185D7-1FEF-648B-BF42-C30AC499206A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19EBFB8-BE78-B77B-478A-3097A3367969}"/>
                </a:ext>
              </a:extLst>
            </p:cNvPr>
            <p:cNvGrpSpPr>
              <a:grpSpLocks noChangeAspect="1"/>
            </p:cNvGrpSpPr>
            <p:nvPr/>
          </p:nvGrpSpPr>
          <p:grpSpPr>
            <a:xfrm rot="16200000">
              <a:off x="1170284" y="2263042"/>
              <a:ext cx="180000" cy="180000"/>
              <a:chOff x="708025" y="1311275"/>
              <a:chExt cx="914400" cy="914400"/>
            </a:xfrm>
          </p:grpSpPr>
          <p:sp>
            <p:nvSpPr>
              <p:cNvPr id="32" name="Arc 31">
                <a:extLst>
                  <a:ext uri="{FF2B5EF4-FFF2-40B4-BE49-F238E27FC236}">
                    <a16:creationId xmlns:a16="http://schemas.microsoft.com/office/drawing/2014/main" id="{9BEE9AAF-9960-D054-5814-FBB39BBA650E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Arc 32">
                <a:extLst>
                  <a:ext uri="{FF2B5EF4-FFF2-40B4-BE49-F238E27FC236}">
                    <a16:creationId xmlns:a16="http://schemas.microsoft.com/office/drawing/2014/main" id="{64BA54E8-88F2-BF60-7817-E8F7C1998671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0615D84-4E48-93B8-8CD0-DC5AE4834190}"/>
                </a:ext>
              </a:extLst>
            </p:cNvPr>
            <p:cNvGrpSpPr>
              <a:grpSpLocks noChangeAspect="1"/>
            </p:cNvGrpSpPr>
            <p:nvPr/>
          </p:nvGrpSpPr>
          <p:grpSpPr>
            <a:xfrm rot="16200000">
              <a:off x="1170284" y="2073913"/>
              <a:ext cx="180000" cy="180000"/>
              <a:chOff x="708025" y="1311275"/>
              <a:chExt cx="914400" cy="914400"/>
            </a:xfrm>
          </p:grpSpPr>
          <p:sp>
            <p:nvSpPr>
              <p:cNvPr id="30" name="Arc 29">
                <a:extLst>
                  <a:ext uri="{FF2B5EF4-FFF2-40B4-BE49-F238E27FC236}">
                    <a16:creationId xmlns:a16="http://schemas.microsoft.com/office/drawing/2014/main" id="{F328108A-BC0F-3F46-2362-C04FB6995C48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Arc 30">
                <a:extLst>
                  <a:ext uri="{FF2B5EF4-FFF2-40B4-BE49-F238E27FC236}">
                    <a16:creationId xmlns:a16="http://schemas.microsoft.com/office/drawing/2014/main" id="{BDD184F0-1E81-2427-E59A-1868AB27E732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A529F6C-9745-EFD0-A9FD-C94BB81BFDC2}"/>
                </a:ext>
              </a:extLst>
            </p:cNvPr>
            <p:cNvCxnSpPr>
              <a:stCxn id="30" idx="2"/>
            </p:cNvCxnSpPr>
            <p:nvPr/>
          </p:nvCxnSpPr>
          <p:spPr>
            <a:xfrm flipV="1">
              <a:off x="1260284" y="1729363"/>
              <a:ext cx="0" cy="344550"/>
            </a:xfrm>
            <a:prstGeom prst="line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1D7EC58-C899-7E1D-F39A-DD8519580E40}"/>
                </a:ext>
              </a:extLst>
            </p:cNvPr>
            <p:cNvCxnSpPr>
              <a:cxnSpLocks/>
            </p:cNvCxnSpPr>
            <p:nvPr/>
          </p:nvCxnSpPr>
          <p:spPr>
            <a:xfrm>
              <a:off x="1260664" y="2632881"/>
              <a:ext cx="3872" cy="360383"/>
            </a:xfrm>
            <a:prstGeom prst="line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44D28BB-98D7-AE21-F271-6D053830DC4B}"/>
              </a:ext>
            </a:extLst>
          </p:cNvPr>
          <p:cNvGrpSpPr/>
          <p:nvPr/>
        </p:nvGrpSpPr>
        <p:grpSpPr>
          <a:xfrm>
            <a:off x="2528230" y="1715535"/>
            <a:ext cx="180000" cy="1263901"/>
            <a:chOff x="1170284" y="1729363"/>
            <a:chExt cx="180000" cy="1263901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B42FF20-0671-E083-61D9-F20D9909D2EA}"/>
                </a:ext>
              </a:extLst>
            </p:cNvPr>
            <p:cNvGrpSpPr>
              <a:grpSpLocks noChangeAspect="1"/>
            </p:cNvGrpSpPr>
            <p:nvPr/>
          </p:nvGrpSpPr>
          <p:grpSpPr>
            <a:xfrm rot="16200000">
              <a:off x="1170284" y="2448870"/>
              <a:ext cx="180000" cy="180000"/>
              <a:chOff x="708025" y="1311275"/>
              <a:chExt cx="914400" cy="914400"/>
            </a:xfrm>
          </p:grpSpPr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B7E91DC1-7456-11D7-67F5-8D04FD5380B0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Arc 46">
                <a:extLst>
                  <a:ext uri="{FF2B5EF4-FFF2-40B4-BE49-F238E27FC236}">
                    <a16:creationId xmlns:a16="http://schemas.microsoft.com/office/drawing/2014/main" id="{14EE9D2F-45EB-6995-67FC-15F4DBD51917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A0AE85AE-9879-07FA-B24E-18B22321557B}"/>
                </a:ext>
              </a:extLst>
            </p:cNvPr>
            <p:cNvGrpSpPr>
              <a:grpSpLocks noChangeAspect="1"/>
            </p:cNvGrpSpPr>
            <p:nvPr/>
          </p:nvGrpSpPr>
          <p:grpSpPr>
            <a:xfrm rot="16200000">
              <a:off x="1170284" y="2263042"/>
              <a:ext cx="180000" cy="180000"/>
              <a:chOff x="708025" y="1311275"/>
              <a:chExt cx="914400" cy="914400"/>
            </a:xfrm>
          </p:grpSpPr>
          <p:sp>
            <p:nvSpPr>
              <p:cNvPr id="44" name="Arc 43">
                <a:extLst>
                  <a:ext uri="{FF2B5EF4-FFF2-40B4-BE49-F238E27FC236}">
                    <a16:creationId xmlns:a16="http://schemas.microsoft.com/office/drawing/2014/main" id="{D9F215B7-5CB9-E14C-3444-9509F3CD30A3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7F3FBE69-7DC3-8EAB-A287-B6F2B039A358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886C7AB2-C40A-ACB7-610A-C4A013161A00}"/>
                </a:ext>
              </a:extLst>
            </p:cNvPr>
            <p:cNvGrpSpPr>
              <a:grpSpLocks noChangeAspect="1"/>
            </p:cNvGrpSpPr>
            <p:nvPr/>
          </p:nvGrpSpPr>
          <p:grpSpPr>
            <a:xfrm rot="16200000">
              <a:off x="1170284" y="2073913"/>
              <a:ext cx="180000" cy="180000"/>
              <a:chOff x="708025" y="1311275"/>
              <a:chExt cx="914400" cy="914400"/>
            </a:xfrm>
          </p:grpSpPr>
          <p:sp>
            <p:nvSpPr>
              <p:cNvPr id="42" name="Arc 41">
                <a:extLst>
                  <a:ext uri="{FF2B5EF4-FFF2-40B4-BE49-F238E27FC236}">
                    <a16:creationId xmlns:a16="http://schemas.microsoft.com/office/drawing/2014/main" id="{8FC789DA-D77C-9713-4DDB-422380054F44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Arc 42">
                <a:extLst>
                  <a:ext uri="{FF2B5EF4-FFF2-40B4-BE49-F238E27FC236}">
                    <a16:creationId xmlns:a16="http://schemas.microsoft.com/office/drawing/2014/main" id="{ABAB708E-CFB6-F732-C40A-E44572C6505E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2D73106-7F03-107C-3E2F-622D7A9CBBAD}"/>
                </a:ext>
              </a:extLst>
            </p:cNvPr>
            <p:cNvCxnSpPr>
              <a:stCxn id="42" idx="2"/>
            </p:cNvCxnSpPr>
            <p:nvPr/>
          </p:nvCxnSpPr>
          <p:spPr>
            <a:xfrm flipV="1">
              <a:off x="1260284" y="1729363"/>
              <a:ext cx="0" cy="344550"/>
            </a:xfrm>
            <a:prstGeom prst="line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5F5C3C9-8B48-3FC2-64D0-E51EA38B082F}"/>
                </a:ext>
              </a:extLst>
            </p:cNvPr>
            <p:cNvCxnSpPr>
              <a:cxnSpLocks/>
            </p:cNvCxnSpPr>
            <p:nvPr/>
          </p:nvCxnSpPr>
          <p:spPr>
            <a:xfrm>
              <a:off x="1260664" y="2632881"/>
              <a:ext cx="3872" cy="360383"/>
            </a:xfrm>
            <a:prstGeom prst="line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2412654-D812-24C7-B138-24590DB54C3A}"/>
              </a:ext>
            </a:extLst>
          </p:cNvPr>
          <p:cNvGrpSpPr/>
          <p:nvPr/>
        </p:nvGrpSpPr>
        <p:grpSpPr>
          <a:xfrm>
            <a:off x="3318901" y="1715535"/>
            <a:ext cx="180000" cy="1263901"/>
            <a:chOff x="1170284" y="1729363"/>
            <a:chExt cx="180000" cy="1263901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15489A16-4C4D-5C29-9EDF-AC1365AF19C3}"/>
                </a:ext>
              </a:extLst>
            </p:cNvPr>
            <p:cNvGrpSpPr>
              <a:grpSpLocks noChangeAspect="1"/>
            </p:cNvGrpSpPr>
            <p:nvPr/>
          </p:nvGrpSpPr>
          <p:grpSpPr>
            <a:xfrm rot="16200000">
              <a:off x="1170284" y="2448870"/>
              <a:ext cx="180000" cy="180000"/>
              <a:chOff x="708025" y="1311275"/>
              <a:chExt cx="914400" cy="914400"/>
            </a:xfrm>
          </p:grpSpPr>
          <p:sp>
            <p:nvSpPr>
              <p:cNvPr id="58" name="Arc 57">
                <a:extLst>
                  <a:ext uri="{FF2B5EF4-FFF2-40B4-BE49-F238E27FC236}">
                    <a16:creationId xmlns:a16="http://schemas.microsoft.com/office/drawing/2014/main" id="{B327457D-5771-414D-A968-C3F39194F4F9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Arc 58">
                <a:extLst>
                  <a:ext uri="{FF2B5EF4-FFF2-40B4-BE49-F238E27FC236}">
                    <a16:creationId xmlns:a16="http://schemas.microsoft.com/office/drawing/2014/main" id="{641294C4-05BC-AAAE-0CB1-99A7A1B87178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63BE3F71-C62D-936F-EF1A-459B554CF3DA}"/>
                </a:ext>
              </a:extLst>
            </p:cNvPr>
            <p:cNvGrpSpPr>
              <a:grpSpLocks noChangeAspect="1"/>
            </p:cNvGrpSpPr>
            <p:nvPr/>
          </p:nvGrpSpPr>
          <p:grpSpPr>
            <a:xfrm rot="16200000">
              <a:off x="1170284" y="2263042"/>
              <a:ext cx="180000" cy="180000"/>
              <a:chOff x="708025" y="1311275"/>
              <a:chExt cx="914400" cy="914400"/>
            </a:xfrm>
          </p:grpSpPr>
          <p:sp>
            <p:nvSpPr>
              <p:cNvPr id="56" name="Arc 55">
                <a:extLst>
                  <a:ext uri="{FF2B5EF4-FFF2-40B4-BE49-F238E27FC236}">
                    <a16:creationId xmlns:a16="http://schemas.microsoft.com/office/drawing/2014/main" id="{4CDD4750-DA62-3904-14D8-5B6EB9BE7DDD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Arc 56">
                <a:extLst>
                  <a:ext uri="{FF2B5EF4-FFF2-40B4-BE49-F238E27FC236}">
                    <a16:creationId xmlns:a16="http://schemas.microsoft.com/office/drawing/2014/main" id="{5ABD5E02-4A3C-C8AC-DBA0-27E482B918F4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53EC56AC-448D-D9BA-DC2E-8E3A4BC15F3F}"/>
                </a:ext>
              </a:extLst>
            </p:cNvPr>
            <p:cNvGrpSpPr>
              <a:grpSpLocks noChangeAspect="1"/>
            </p:cNvGrpSpPr>
            <p:nvPr/>
          </p:nvGrpSpPr>
          <p:grpSpPr>
            <a:xfrm rot="16200000">
              <a:off x="1170284" y="2073913"/>
              <a:ext cx="180000" cy="180000"/>
              <a:chOff x="708025" y="1311275"/>
              <a:chExt cx="914400" cy="914400"/>
            </a:xfrm>
          </p:grpSpPr>
          <p:sp>
            <p:nvSpPr>
              <p:cNvPr id="54" name="Arc 53">
                <a:extLst>
                  <a:ext uri="{FF2B5EF4-FFF2-40B4-BE49-F238E27FC236}">
                    <a16:creationId xmlns:a16="http://schemas.microsoft.com/office/drawing/2014/main" id="{74D89D68-6DEE-3285-1E7F-679A254059B6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Arc 54">
                <a:extLst>
                  <a:ext uri="{FF2B5EF4-FFF2-40B4-BE49-F238E27FC236}">
                    <a16:creationId xmlns:a16="http://schemas.microsoft.com/office/drawing/2014/main" id="{281B2323-943B-23B9-D4B6-C310D9D50097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13F15C3-3FAB-C7FE-2FA6-60D763825715}"/>
                </a:ext>
              </a:extLst>
            </p:cNvPr>
            <p:cNvCxnSpPr>
              <a:stCxn id="54" idx="2"/>
            </p:cNvCxnSpPr>
            <p:nvPr/>
          </p:nvCxnSpPr>
          <p:spPr>
            <a:xfrm flipV="1">
              <a:off x="1260284" y="1729363"/>
              <a:ext cx="0" cy="344550"/>
            </a:xfrm>
            <a:prstGeom prst="line">
              <a:avLst/>
            </a:prstGeom>
            <a:ln>
              <a:solidFill>
                <a:srgbClr val="0432FF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302551D-4F97-3A23-5C7E-218B73FA31D6}"/>
                </a:ext>
              </a:extLst>
            </p:cNvPr>
            <p:cNvCxnSpPr>
              <a:cxnSpLocks/>
            </p:cNvCxnSpPr>
            <p:nvPr/>
          </p:nvCxnSpPr>
          <p:spPr>
            <a:xfrm>
              <a:off x="1260664" y="2632881"/>
              <a:ext cx="3872" cy="360383"/>
            </a:xfrm>
            <a:prstGeom prst="line">
              <a:avLst/>
            </a:prstGeom>
            <a:ln>
              <a:solidFill>
                <a:srgbClr val="0432FF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1D45113-1CFB-48CD-856F-C2A1AE59E388}"/>
              </a:ext>
            </a:extLst>
          </p:cNvPr>
          <p:cNvGrpSpPr/>
          <p:nvPr/>
        </p:nvGrpSpPr>
        <p:grpSpPr>
          <a:xfrm>
            <a:off x="3601101" y="1715535"/>
            <a:ext cx="180000" cy="1263901"/>
            <a:chOff x="1170284" y="1729363"/>
            <a:chExt cx="180000" cy="1263901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12C1093F-95AD-EF37-DC79-384044F0CABD}"/>
                </a:ext>
              </a:extLst>
            </p:cNvPr>
            <p:cNvGrpSpPr>
              <a:grpSpLocks noChangeAspect="1"/>
            </p:cNvGrpSpPr>
            <p:nvPr/>
          </p:nvGrpSpPr>
          <p:grpSpPr>
            <a:xfrm rot="16200000">
              <a:off x="1170284" y="2448870"/>
              <a:ext cx="180000" cy="180000"/>
              <a:chOff x="708025" y="1311275"/>
              <a:chExt cx="914400" cy="914400"/>
            </a:xfrm>
          </p:grpSpPr>
          <p:sp>
            <p:nvSpPr>
              <p:cNvPr id="474" name="Arc 473">
                <a:extLst>
                  <a:ext uri="{FF2B5EF4-FFF2-40B4-BE49-F238E27FC236}">
                    <a16:creationId xmlns:a16="http://schemas.microsoft.com/office/drawing/2014/main" id="{0A111A24-42B0-76EE-0D67-3ECCBAC834D1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5" name="Arc 474">
                <a:extLst>
                  <a:ext uri="{FF2B5EF4-FFF2-40B4-BE49-F238E27FC236}">
                    <a16:creationId xmlns:a16="http://schemas.microsoft.com/office/drawing/2014/main" id="{F6BE57F0-E2FD-839E-443C-332F00393EB8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99643C09-BE97-C526-1535-3EF8FCF5D052}"/>
                </a:ext>
              </a:extLst>
            </p:cNvPr>
            <p:cNvGrpSpPr>
              <a:grpSpLocks noChangeAspect="1"/>
            </p:cNvGrpSpPr>
            <p:nvPr/>
          </p:nvGrpSpPr>
          <p:grpSpPr>
            <a:xfrm rot="16200000">
              <a:off x="1170284" y="2263042"/>
              <a:ext cx="180000" cy="180000"/>
              <a:chOff x="708025" y="1311275"/>
              <a:chExt cx="914400" cy="914400"/>
            </a:xfrm>
          </p:grpSpPr>
          <p:sp>
            <p:nvSpPr>
              <p:cNvPr id="472" name="Arc 471">
                <a:extLst>
                  <a:ext uri="{FF2B5EF4-FFF2-40B4-BE49-F238E27FC236}">
                    <a16:creationId xmlns:a16="http://schemas.microsoft.com/office/drawing/2014/main" id="{BCA4C80B-BC48-43C6-532E-12573685A3D7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3" name="Arc 472">
                <a:extLst>
                  <a:ext uri="{FF2B5EF4-FFF2-40B4-BE49-F238E27FC236}">
                    <a16:creationId xmlns:a16="http://schemas.microsoft.com/office/drawing/2014/main" id="{99DFFD12-2846-68EE-7AD6-5755983C7143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47E1539C-DD34-9307-5005-9EEE1DEA1894}"/>
                </a:ext>
              </a:extLst>
            </p:cNvPr>
            <p:cNvGrpSpPr>
              <a:grpSpLocks noChangeAspect="1"/>
            </p:cNvGrpSpPr>
            <p:nvPr/>
          </p:nvGrpSpPr>
          <p:grpSpPr>
            <a:xfrm rot="16200000">
              <a:off x="1170284" y="2073913"/>
              <a:ext cx="180000" cy="180000"/>
              <a:chOff x="708025" y="1311275"/>
              <a:chExt cx="914400" cy="914400"/>
            </a:xfrm>
          </p:grpSpPr>
          <p:sp>
            <p:nvSpPr>
              <p:cNvPr id="470" name="Arc 469">
                <a:extLst>
                  <a:ext uri="{FF2B5EF4-FFF2-40B4-BE49-F238E27FC236}">
                    <a16:creationId xmlns:a16="http://schemas.microsoft.com/office/drawing/2014/main" id="{3F88436F-5BC2-4F58-E21A-0348CBEFE425}"/>
                  </a:ext>
                </a:extLst>
              </p:cNvPr>
              <p:cNvSpPr/>
              <p:nvPr/>
            </p:nvSpPr>
            <p:spPr>
              <a:xfrm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1" name="Arc 470">
                <a:extLst>
                  <a:ext uri="{FF2B5EF4-FFF2-40B4-BE49-F238E27FC236}">
                    <a16:creationId xmlns:a16="http://schemas.microsoft.com/office/drawing/2014/main" id="{D40B9382-0999-78DA-8AF5-9AF0CA9A855B}"/>
                  </a:ext>
                </a:extLst>
              </p:cNvPr>
              <p:cNvSpPr/>
              <p:nvPr/>
            </p:nvSpPr>
            <p:spPr>
              <a:xfrm flipH="1">
                <a:off x="708025" y="1311275"/>
                <a:ext cx="914400" cy="914400"/>
              </a:xfrm>
              <a:prstGeom prst="arc">
                <a:avLst/>
              </a:prstGeom>
              <a:ln>
                <a:solidFill>
                  <a:srgbClr val="0432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7A2E1685-F6EF-D0EC-C6F5-124179208714}"/>
                </a:ext>
              </a:extLst>
            </p:cNvPr>
            <p:cNvCxnSpPr>
              <a:stCxn id="470" idx="2"/>
            </p:cNvCxnSpPr>
            <p:nvPr/>
          </p:nvCxnSpPr>
          <p:spPr>
            <a:xfrm flipV="1">
              <a:off x="1260284" y="1729363"/>
              <a:ext cx="0" cy="344550"/>
            </a:xfrm>
            <a:prstGeom prst="line">
              <a:avLst/>
            </a:prstGeom>
            <a:ln>
              <a:solidFill>
                <a:srgbClr val="0432FF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5E875221-6809-9818-C6EF-9C889716B640}"/>
                </a:ext>
              </a:extLst>
            </p:cNvPr>
            <p:cNvCxnSpPr>
              <a:cxnSpLocks/>
            </p:cNvCxnSpPr>
            <p:nvPr/>
          </p:nvCxnSpPr>
          <p:spPr>
            <a:xfrm>
              <a:off x="1260664" y="2632881"/>
              <a:ext cx="3872" cy="360383"/>
            </a:xfrm>
            <a:prstGeom prst="line">
              <a:avLst/>
            </a:prstGeom>
            <a:ln>
              <a:solidFill>
                <a:srgbClr val="0432FF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EFAABCC-C29B-1DCF-7EC5-7A9EE7F4C194}"/>
              </a:ext>
            </a:extLst>
          </p:cNvPr>
          <p:cNvGrpSpPr/>
          <p:nvPr/>
        </p:nvGrpSpPr>
        <p:grpSpPr>
          <a:xfrm>
            <a:off x="1403682" y="2615375"/>
            <a:ext cx="2181654" cy="36000"/>
            <a:chOff x="1457788" y="1981641"/>
            <a:chExt cx="2181654" cy="36000"/>
          </a:xfrm>
        </p:grpSpPr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3EE1EB2A-DEE7-A63F-5E57-AEDE9755C173}"/>
                </a:ext>
              </a:extLst>
            </p:cNvPr>
            <p:cNvSpPr/>
            <p:nvPr/>
          </p:nvSpPr>
          <p:spPr>
            <a:xfrm>
              <a:off x="2247514" y="1981641"/>
              <a:ext cx="36000" cy="36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48D9E6F-0B7B-B8C4-C00E-51404133A1B6}"/>
                </a:ext>
              </a:extLst>
            </p:cNvPr>
            <p:cNvSpPr/>
            <p:nvPr/>
          </p:nvSpPr>
          <p:spPr>
            <a:xfrm>
              <a:off x="1457788" y="1981641"/>
              <a:ext cx="36000" cy="36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FDA3F6F4-3DB7-CD32-A478-A2DA7249CA8D}"/>
                </a:ext>
              </a:extLst>
            </p:cNvPr>
            <p:cNvSpPr/>
            <p:nvPr/>
          </p:nvSpPr>
          <p:spPr>
            <a:xfrm>
              <a:off x="3603442" y="1981641"/>
              <a:ext cx="36000" cy="36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77" name="Oval 476">
            <a:extLst>
              <a:ext uri="{FF2B5EF4-FFF2-40B4-BE49-F238E27FC236}">
                <a16:creationId xmlns:a16="http://schemas.microsoft.com/office/drawing/2014/main" id="{B24026FC-E18B-90B2-EEEE-A86BBA3340F1}"/>
              </a:ext>
            </a:extLst>
          </p:cNvPr>
          <p:cNvSpPr/>
          <p:nvPr/>
        </p:nvSpPr>
        <p:spPr>
          <a:xfrm>
            <a:off x="2529601" y="1981641"/>
            <a:ext cx="36000" cy="36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038CA323-7FE7-67D1-F970-6A48386367A5}"/>
              </a:ext>
            </a:extLst>
          </p:cNvPr>
          <p:cNvSpPr txBox="1"/>
          <p:nvPr/>
        </p:nvSpPr>
        <p:spPr>
          <a:xfrm>
            <a:off x="2034833" y="2840508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</a:t>
            </a: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9E588C95-4E34-E0D7-0A99-A78A2013F392}"/>
              </a:ext>
            </a:extLst>
          </p:cNvPr>
          <p:cNvSpPr txBox="1"/>
          <p:nvPr/>
        </p:nvSpPr>
        <p:spPr>
          <a:xfrm>
            <a:off x="2631159" y="1581168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</a:t>
            </a: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B2494098-ED52-CB62-420D-4C4BEA0A975C}"/>
              </a:ext>
            </a:extLst>
          </p:cNvPr>
          <p:cNvSpPr txBox="1"/>
          <p:nvPr/>
        </p:nvSpPr>
        <p:spPr>
          <a:xfrm>
            <a:off x="2631159" y="2838198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</a:t>
            </a: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6BDD91E9-FB23-9E39-9394-EFB1F8A74D48}"/>
              </a:ext>
            </a:extLst>
          </p:cNvPr>
          <p:cNvSpPr txBox="1"/>
          <p:nvPr/>
        </p:nvSpPr>
        <p:spPr>
          <a:xfrm>
            <a:off x="2034989" y="1574643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785BB900-7BD1-A20D-A61D-90A16218E53D}"/>
              </a:ext>
            </a:extLst>
          </p:cNvPr>
          <p:cNvSpPr txBox="1"/>
          <p:nvPr/>
        </p:nvSpPr>
        <p:spPr>
          <a:xfrm>
            <a:off x="3084257" y="2840508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</a:t>
            </a: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37772375-5415-3CE8-7FA4-20B1091E09BC}"/>
              </a:ext>
            </a:extLst>
          </p:cNvPr>
          <p:cNvSpPr txBox="1"/>
          <p:nvPr/>
        </p:nvSpPr>
        <p:spPr>
          <a:xfrm>
            <a:off x="3707638" y="1581168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</a:t>
            </a: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9CB49F10-8AFC-E81E-F1E8-72CF6F6EC0D6}"/>
              </a:ext>
            </a:extLst>
          </p:cNvPr>
          <p:cNvSpPr txBox="1"/>
          <p:nvPr/>
        </p:nvSpPr>
        <p:spPr>
          <a:xfrm>
            <a:off x="3707638" y="2838198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</a:t>
            </a: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7B0E05B3-756E-6F57-6DDC-C83CF55DF947}"/>
              </a:ext>
            </a:extLst>
          </p:cNvPr>
          <p:cNvSpPr txBox="1"/>
          <p:nvPr/>
        </p:nvSpPr>
        <p:spPr>
          <a:xfrm>
            <a:off x="3084257" y="1574643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</a:p>
        </p:txBody>
      </p:sp>
      <p:grpSp>
        <p:nvGrpSpPr>
          <p:cNvPr id="491" name="Group 490">
            <a:extLst>
              <a:ext uri="{FF2B5EF4-FFF2-40B4-BE49-F238E27FC236}">
                <a16:creationId xmlns:a16="http://schemas.microsoft.com/office/drawing/2014/main" id="{D76D8C71-0532-0FA7-FF6A-B6963074AF07}"/>
              </a:ext>
            </a:extLst>
          </p:cNvPr>
          <p:cNvGrpSpPr/>
          <p:nvPr/>
        </p:nvGrpSpPr>
        <p:grpSpPr>
          <a:xfrm>
            <a:off x="1529132" y="1340202"/>
            <a:ext cx="1088387" cy="706129"/>
            <a:chOff x="1534428" y="1428831"/>
            <a:chExt cx="934338" cy="549694"/>
          </a:xfrm>
        </p:grpSpPr>
        <p:sp>
          <p:nvSpPr>
            <p:cNvPr id="488" name="Arc 487">
              <a:extLst>
                <a:ext uri="{FF2B5EF4-FFF2-40B4-BE49-F238E27FC236}">
                  <a16:creationId xmlns:a16="http://schemas.microsoft.com/office/drawing/2014/main" id="{F64C7647-7C36-392F-1327-4885559E2319}"/>
                </a:ext>
              </a:extLst>
            </p:cNvPr>
            <p:cNvSpPr/>
            <p:nvPr/>
          </p:nvSpPr>
          <p:spPr>
            <a:xfrm rot="16200000">
              <a:off x="1733801" y="1243561"/>
              <a:ext cx="548067" cy="921862"/>
            </a:xfrm>
            <a:prstGeom prst="arc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0" name="Arc 489">
              <a:extLst>
                <a:ext uri="{FF2B5EF4-FFF2-40B4-BE49-F238E27FC236}">
                  <a16:creationId xmlns:a16="http://schemas.microsoft.com/office/drawing/2014/main" id="{3556E3F9-0711-6B64-BE19-6CF2E871DFF3}"/>
                </a:ext>
              </a:extLst>
            </p:cNvPr>
            <p:cNvSpPr/>
            <p:nvPr/>
          </p:nvSpPr>
          <p:spPr>
            <a:xfrm rot="5400000" flipH="1">
              <a:off x="1721325" y="1241934"/>
              <a:ext cx="548067" cy="921862"/>
            </a:xfrm>
            <a:prstGeom prst="arc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2" name="Group 491">
            <a:extLst>
              <a:ext uri="{FF2B5EF4-FFF2-40B4-BE49-F238E27FC236}">
                <a16:creationId xmlns:a16="http://schemas.microsoft.com/office/drawing/2014/main" id="{6C89100D-229E-72BE-F567-7C554B83B723}"/>
              </a:ext>
            </a:extLst>
          </p:cNvPr>
          <p:cNvGrpSpPr/>
          <p:nvPr/>
        </p:nvGrpSpPr>
        <p:grpSpPr>
          <a:xfrm>
            <a:off x="2610132" y="1350492"/>
            <a:ext cx="1088387" cy="706129"/>
            <a:chOff x="1534428" y="1428831"/>
            <a:chExt cx="934338" cy="549694"/>
          </a:xfrm>
        </p:grpSpPr>
        <p:sp>
          <p:nvSpPr>
            <p:cNvPr id="493" name="Arc 492">
              <a:extLst>
                <a:ext uri="{FF2B5EF4-FFF2-40B4-BE49-F238E27FC236}">
                  <a16:creationId xmlns:a16="http://schemas.microsoft.com/office/drawing/2014/main" id="{DA0655FE-19B0-10D6-FFA2-4D2EF4D4F829}"/>
                </a:ext>
              </a:extLst>
            </p:cNvPr>
            <p:cNvSpPr/>
            <p:nvPr/>
          </p:nvSpPr>
          <p:spPr>
            <a:xfrm rot="16200000">
              <a:off x="1733801" y="1243561"/>
              <a:ext cx="548067" cy="921862"/>
            </a:xfrm>
            <a:prstGeom prst="arc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4" name="Arc 493">
              <a:extLst>
                <a:ext uri="{FF2B5EF4-FFF2-40B4-BE49-F238E27FC236}">
                  <a16:creationId xmlns:a16="http://schemas.microsoft.com/office/drawing/2014/main" id="{854E73A3-0349-DA4F-FDF5-554ECEBC88EE}"/>
                </a:ext>
              </a:extLst>
            </p:cNvPr>
            <p:cNvSpPr/>
            <p:nvPr/>
          </p:nvSpPr>
          <p:spPr>
            <a:xfrm rot="5400000" flipH="1">
              <a:off x="1721325" y="1241934"/>
              <a:ext cx="548067" cy="921862"/>
            </a:xfrm>
            <a:prstGeom prst="arc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6B3EE7DA-5023-F075-84E3-03C6FE5FA7B2}"/>
              </a:ext>
            </a:extLst>
          </p:cNvPr>
          <p:cNvGrpSpPr/>
          <p:nvPr/>
        </p:nvGrpSpPr>
        <p:grpSpPr>
          <a:xfrm flipV="1">
            <a:off x="1247503" y="2631755"/>
            <a:ext cx="1088387" cy="706129"/>
            <a:chOff x="1534428" y="1428831"/>
            <a:chExt cx="934338" cy="549694"/>
          </a:xfrm>
        </p:grpSpPr>
        <p:sp>
          <p:nvSpPr>
            <p:cNvPr id="497" name="Arc 496">
              <a:extLst>
                <a:ext uri="{FF2B5EF4-FFF2-40B4-BE49-F238E27FC236}">
                  <a16:creationId xmlns:a16="http://schemas.microsoft.com/office/drawing/2014/main" id="{082794B2-EBF1-58E9-1268-68A9BF920F9E}"/>
                </a:ext>
              </a:extLst>
            </p:cNvPr>
            <p:cNvSpPr/>
            <p:nvPr/>
          </p:nvSpPr>
          <p:spPr>
            <a:xfrm rot="16200000">
              <a:off x="1733801" y="1243561"/>
              <a:ext cx="548067" cy="921862"/>
            </a:xfrm>
            <a:prstGeom prst="arc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8" name="Arc 497">
              <a:extLst>
                <a:ext uri="{FF2B5EF4-FFF2-40B4-BE49-F238E27FC236}">
                  <a16:creationId xmlns:a16="http://schemas.microsoft.com/office/drawing/2014/main" id="{550788DA-A8EB-E076-2836-12905C64DD0B}"/>
                </a:ext>
              </a:extLst>
            </p:cNvPr>
            <p:cNvSpPr/>
            <p:nvPr/>
          </p:nvSpPr>
          <p:spPr>
            <a:xfrm rot="5400000" flipH="1">
              <a:off x="1721325" y="1241934"/>
              <a:ext cx="548067" cy="921862"/>
            </a:xfrm>
            <a:prstGeom prst="arc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9" name="Group 498">
            <a:extLst>
              <a:ext uri="{FF2B5EF4-FFF2-40B4-BE49-F238E27FC236}">
                <a16:creationId xmlns:a16="http://schemas.microsoft.com/office/drawing/2014/main" id="{E94080E8-4F56-EEA7-5A3E-7FB6E1D110A1}"/>
              </a:ext>
            </a:extLst>
          </p:cNvPr>
          <p:cNvGrpSpPr/>
          <p:nvPr/>
        </p:nvGrpSpPr>
        <p:grpSpPr>
          <a:xfrm flipV="1">
            <a:off x="2328503" y="2642045"/>
            <a:ext cx="1088387" cy="706129"/>
            <a:chOff x="1534428" y="1428831"/>
            <a:chExt cx="934338" cy="549694"/>
          </a:xfrm>
        </p:grpSpPr>
        <p:sp>
          <p:nvSpPr>
            <p:cNvPr id="500" name="Arc 499">
              <a:extLst>
                <a:ext uri="{FF2B5EF4-FFF2-40B4-BE49-F238E27FC236}">
                  <a16:creationId xmlns:a16="http://schemas.microsoft.com/office/drawing/2014/main" id="{5479F8F3-0F8D-FB0F-A85D-1CDFFF9A8141}"/>
                </a:ext>
              </a:extLst>
            </p:cNvPr>
            <p:cNvSpPr/>
            <p:nvPr/>
          </p:nvSpPr>
          <p:spPr>
            <a:xfrm rot="16200000">
              <a:off x="1733801" y="1243561"/>
              <a:ext cx="548067" cy="921862"/>
            </a:xfrm>
            <a:prstGeom prst="arc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1" name="Arc 500">
              <a:extLst>
                <a:ext uri="{FF2B5EF4-FFF2-40B4-BE49-F238E27FC236}">
                  <a16:creationId xmlns:a16="http://schemas.microsoft.com/office/drawing/2014/main" id="{0813DAB9-8FFE-018D-7211-AAF22D46416F}"/>
                </a:ext>
              </a:extLst>
            </p:cNvPr>
            <p:cNvSpPr/>
            <p:nvPr/>
          </p:nvSpPr>
          <p:spPr>
            <a:xfrm rot="5400000" flipH="1">
              <a:off x="1721325" y="1241934"/>
              <a:ext cx="548067" cy="921862"/>
            </a:xfrm>
            <a:prstGeom prst="arc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779443C-7BD5-F53D-7422-88960DA08F97}"/>
              </a:ext>
            </a:extLst>
          </p:cNvPr>
          <p:cNvGrpSpPr/>
          <p:nvPr/>
        </p:nvGrpSpPr>
        <p:grpSpPr>
          <a:xfrm flipV="1">
            <a:off x="576642" y="2640198"/>
            <a:ext cx="695309" cy="706129"/>
            <a:chOff x="1534428" y="1428831"/>
            <a:chExt cx="934338" cy="549694"/>
          </a:xfrm>
        </p:grpSpPr>
        <p:sp>
          <p:nvSpPr>
            <p:cNvPr id="65" name="Arc 64">
              <a:extLst>
                <a:ext uri="{FF2B5EF4-FFF2-40B4-BE49-F238E27FC236}">
                  <a16:creationId xmlns:a16="http://schemas.microsoft.com/office/drawing/2014/main" id="{71851EBF-8092-D3C4-676A-4D46AD9F5FBD}"/>
                </a:ext>
              </a:extLst>
            </p:cNvPr>
            <p:cNvSpPr/>
            <p:nvPr/>
          </p:nvSpPr>
          <p:spPr>
            <a:xfrm rot="16200000">
              <a:off x="1733801" y="1243561"/>
              <a:ext cx="548067" cy="921862"/>
            </a:xfrm>
            <a:prstGeom prst="arc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Arc 65">
              <a:extLst>
                <a:ext uri="{FF2B5EF4-FFF2-40B4-BE49-F238E27FC236}">
                  <a16:creationId xmlns:a16="http://schemas.microsoft.com/office/drawing/2014/main" id="{1FFB336D-F3B1-C5ED-66D9-4D64E4EBD8C9}"/>
                </a:ext>
              </a:extLst>
            </p:cNvPr>
            <p:cNvSpPr/>
            <p:nvPr/>
          </p:nvSpPr>
          <p:spPr>
            <a:xfrm rot="5400000" flipH="1">
              <a:off x="1721325" y="1241934"/>
              <a:ext cx="548067" cy="921862"/>
            </a:xfrm>
            <a:prstGeom prst="arc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A0A848AB-90C1-9B0A-0B1D-DAA2BEA1B65E}"/>
              </a:ext>
            </a:extLst>
          </p:cNvPr>
          <p:cNvSpPr txBox="1"/>
          <p:nvPr/>
        </p:nvSpPr>
        <p:spPr>
          <a:xfrm>
            <a:off x="1953020" y="3290500"/>
            <a:ext cx="10245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white cables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CDEC2D4-1207-72AA-EFEB-696AB1E8B649}"/>
              </a:ext>
            </a:extLst>
          </p:cNvPr>
          <p:cNvSpPr txBox="1"/>
          <p:nvPr/>
        </p:nvSpPr>
        <p:spPr>
          <a:xfrm>
            <a:off x="2571262" y="973538"/>
            <a:ext cx="629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grey </a:t>
            </a:r>
            <a:br>
              <a:rPr lang="en-US" sz="1200" dirty="0"/>
            </a:br>
            <a:r>
              <a:rPr lang="en-US" sz="1200" dirty="0"/>
              <a:t>cables</a:t>
            </a:r>
          </a:p>
        </p:txBody>
      </p:sp>
    </p:spTree>
    <p:extLst>
      <p:ext uri="{BB962C8B-B14F-4D97-AF65-F5344CB8AC3E}">
        <p14:creationId xmlns:p14="http://schemas.microsoft.com/office/powerpoint/2010/main" val="1700971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1996</TotalTime>
  <Words>407</Words>
  <Application>Microsoft Macintosh PowerPoint</Application>
  <PresentationFormat>Widescreen</PresentationFormat>
  <Paragraphs>306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Cambria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Andy Knight</dc:creator>
  <cp:lastModifiedBy>Andy Knight</cp:lastModifiedBy>
  <cp:revision>9</cp:revision>
  <dcterms:created xsi:type="dcterms:W3CDTF">2026-01-28T23:12:59Z</dcterms:created>
  <dcterms:modified xsi:type="dcterms:W3CDTF">2026-02-21T07:34:07Z</dcterms:modified>
</cp:coreProperties>
</file>